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392" r:id="rId3"/>
    <p:sldId id="274" r:id="rId4"/>
    <p:sldId id="401" r:id="rId5"/>
    <p:sldId id="394" r:id="rId6"/>
    <p:sldId id="395" r:id="rId7"/>
    <p:sldId id="402" r:id="rId8"/>
    <p:sldId id="396" r:id="rId9"/>
    <p:sldId id="397" r:id="rId10"/>
    <p:sldId id="398" r:id="rId11"/>
    <p:sldId id="399" r:id="rId12"/>
    <p:sldId id="400" r:id="rId13"/>
    <p:sldId id="350" r:id="rId14"/>
    <p:sldId id="347" r:id="rId15"/>
    <p:sldId id="34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39"/>
    <p:restoredTop sz="96327"/>
  </p:normalViewPr>
  <p:slideViewPr>
    <p:cSldViewPr snapToGrid="0" snapToObjects="1">
      <p:cViewPr varScale="1">
        <p:scale>
          <a:sx n="79" d="100"/>
          <a:sy n="79" d="100"/>
        </p:scale>
        <p:origin x="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app.salaitdevelopment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nip Single Corner Rectangle 45">
            <a:extLst>
              <a:ext uri="{FF2B5EF4-FFF2-40B4-BE49-F238E27FC236}">
                <a16:creationId xmlns:a16="http://schemas.microsoft.com/office/drawing/2014/main" id="{EE1A6E72-DF69-9936-4B5F-AC93BB388E1C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0" dirty="0">
                <a:effectLst/>
              </a:rPr>
              <a:t> </a:t>
            </a:r>
            <a:endParaRPr lang="en-US" sz="400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772484-0ED3-6CF8-76CE-48F05546AAA9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8" name="Freeform 39">
              <a:extLst>
                <a:ext uri="{FF2B5EF4-FFF2-40B4-BE49-F238E27FC236}">
                  <a16:creationId xmlns:a16="http://schemas.microsoft.com/office/drawing/2014/main" id="{0BEC4127-EC3B-1641-354B-385A1ED09DE1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A9A897-311C-8A2E-B2C9-D0E71450D5B6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284C36-E4D1-4F7B-AAC5-8F77739A469A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6" name="Freeform 39">
                <a:extLst>
                  <a:ext uri="{FF2B5EF4-FFF2-40B4-BE49-F238E27FC236}">
                    <a16:creationId xmlns:a16="http://schemas.microsoft.com/office/drawing/2014/main" id="{351FD69F-C469-A277-0658-1C819EDC6609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BD4AFEF-1F5B-884F-B784-9ACC610E1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07" y="129483"/>
            <a:ext cx="1828800" cy="1828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E3F00-B81A-9B41-B6BC-84A26BBC70A0}"/>
              </a:ext>
            </a:extLst>
          </p:cNvPr>
          <p:cNvSpPr txBox="1"/>
          <p:nvPr userDrawn="1"/>
        </p:nvSpPr>
        <p:spPr>
          <a:xfrm>
            <a:off x="251601" y="5230254"/>
            <a:ext cx="189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Contact us:</a:t>
            </a:r>
          </a:p>
        </p:txBody>
      </p:sp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A8E61CC3-4923-3F46-B899-22545B4B35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71" y="6093326"/>
            <a:ext cx="274320" cy="274320"/>
          </a:xfrm>
          <a:prstGeom prst="rect">
            <a:avLst/>
          </a:prstGeom>
        </p:spPr>
      </p:pic>
      <p:pic>
        <p:nvPicPr>
          <p:cNvPr id="12" name="Graphic 11" descr="Receiver with solid fill">
            <a:extLst>
              <a:ext uri="{FF2B5EF4-FFF2-40B4-BE49-F238E27FC236}">
                <a16:creationId xmlns:a16="http://schemas.microsoft.com/office/drawing/2014/main" id="{70089D4B-98F8-184C-9D3D-5726E2CA0C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971" y="5663047"/>
            <a:ext cx="274320" cy="274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BEFA59-341D-2143-9FE8-154510F763F4}"/>
              </a:ext>
            </a:extLst>
          </p:cNvPr>
          <p:cNvSpPr txBox="1"/>
          <p:nvPr userDrawn="1"/>
        </p:nvSpPr>
        <p:spPr>
          <a:xfrm>
            <a:off x="625690" y="5683789"/>
            <a:ext cx="189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"/>
              </a:rPr>
              <a:t>011 504 463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251C8-1DA8-3F47-A00B-566CC72C4D7D}"/>
              </a:ext>
            </a:extLst>
          </p:cNvPr>
          <p:cNvSpPr txBox="1"/>
          <p:nvPr userDrawn="1"/>
        </p:nvSpPr>
        <p:spPr>
          <a:xfrm>
            <a:off x="606291" y="6064500"/>
            <a:ext cx="4617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/>
                </a:solidFill>
                <a:latin typeface="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app.salaitdevelopment.com</a:t>
            </a:r>
            <a:endParaRPr lang="en-US" sz="1400" u="sng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2299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39F32B-FA24-03B9-DAC0-D994ED2679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DBC540-E41E-72E4-E2D2-17EBB6A6C00C}"/>
              </a:ext>
            </a:extLst>
          </p:cNvPr>
          <p:cNvGrpSpPr/>
          <p:nvPr userDrawn="1"/>
        </p:nvGrpSpPr>
        <p:grpSpPr>
          <a:xfrm>
            <a:off x="-39209" y="6312920"/>
            <a:ext cx="12689647" cy="515789"/>
            <a:chOff x="-29407" y="4724530"/>
            <a:chExt cx="9517235" cy="386842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EC17D452-255F-2D4F-E136-032E261B30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9407" y="4724530"/>
              <a:ext cx="4743914" cy="386842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C03FF98-DF31-EFC5-E206-664F433C12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43914" y="4724530"/>
              <a:ext cx="4743914" cy="386842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DD8F2D-F5BB-AE88-C31A-36B2E7B46732}"/>
              </a:ext>
            </a:extLst>
          </p:cNvPr>
          <p:cNvSpPr/>
          <p:nvPr userDrawn="1"/>
        </p:nvSpPr>
        <p:spPr>
          <a:xfrm>
            <a:off x="317888" y="6303356"/>
            <a:ext cx="693651" cy="3335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383FF56-2E67-4C85-F4AE-939E87DCFA76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719884A-0563-31E8-54B2-798D18A386B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CEFFDDC-8FB3-4C51-2765-0203337A6E07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F68C89C-F478-8C0A-B310-6C8A0E09293C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4AABAAF1-C15F-40FF-3799-BF7043C1EE5A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7C6C6BE-99A3-D24A-BF88-988270FC28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10200" y="17773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9880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941CAF20-EE72-A778-4B44-B1757F8CBB64}"/>
              </a:ext>
            </a:extLst>
          </p:cNvPr>
          <p:cNvSpPr/>
          <p:nvPr userDrawn="1"/>
        </p:nvSpPr>
        <p:spPr>
          <a:xfrm flipH="1" flipV="1">
            <a:off x="-6" y="-5"/>
            <a:ext cx="3747063" cy="1290324"/>
          </a:xfrm>
          <a:custGeom>
            <a:avLst/>
            <a:gdLst>
              <a:gd name="connsiteX0" fmla="*/ 1200000 w 3176352"/>
              <a:gd name="connsiteY0" fmla="*/ 0 h 1200000"/>
              <a:gd name="connsiteX1" fmla="*/ 1332327 w 3176352"/>
              <a:gd name="connsiteY1" fmla="*/ 0 h 1200000"/>
              <a:gd name="connsiteX2" fmla="*/ 3176352 w 3176352"/>
              <a:gd name="connsiteY2" fmla="*/ 0 h 1200000"/>
              <a:gd name="connsiteX3" fmla="*/ 3176352 w 3176352"/>
              <a:gd name="connsiteY3" fmla="*/ 1200000 h 1200000"/>
              <a:gd name="connsiteX4" fmla="*/ 0 w 3176352"/>
              <a:gd name="connsiteY4" fmla="*/ 1200000 h 12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6352" h="1200000">
                <a:moveTo>
                  <a:pt x="1200000" y="0"/>
                </a:moveTo>
                <a:lnTo>
                  <a:pt x="1332327" y="0"/>
                </a:lnTo>
                <a:lnTo>
                  <a:pt x="3176352" y="0"/>
                </a:lnTo>
                <a:lnTo>
                  <a:pt x="3176352" y="1200000"/>
                </a:lnTo>
                <a:lnTo>
                  <a:pt x="0" y="120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6A8669-B186-8FF7-E3DE-94923EEC49A8}"/>
              </a:ext>
            </a:extLst>
          </p:cNvPr>
          <p:cNvGrpSpPr/>
          <p:nvPr userDrawn="1"/>
        </p:nvGrpSpPr>
        <p:grpSpPr>
          <a:xfrm>
            <a:off x="1" y="-9779"/>
            <a:ext cx="12211607" cy="1169323"/>
            <a:chOff x="0" y="133601"/>
            <a:chExt cx="9158705" cy="876992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25A801B-4068-F473-F6FA-B4689D3BA85E}"/>
                </a:ext>
              </a:extLst>
            </p:cNvPr>
            <p:cNvSpPr/>
            <p:nvPr userDrawn="1"/>
          </p:nvSpPr>
          <p:spPr>
            <a:xfrm>
              <a:off x="0" y="133601"/>
              <a:ext cx="6545649" cy="876992"/>
            </a:xfrm>
            <a:custGeom>
              <a:avLst/>
              <a:gdLst>
                <a:gd name="connsiteX0" fmla="*/ 0 w 9005306"/>
                <a:gd name="connsiteY0" fmla="*/ 0 h 1206539"/>
                <a:gd name="connsiteX1" fmla="*/ 9005306 w 9005306"/>
                <a:gd name="connsiteY1" fmla="*/ 0 h 1206539"/>
                <a:gd name="connsiteX2" fmla="*/ 7798768 w 9005306"/>
                <a:gd name="connsiteY2" fmla="*/ 1206539 h 1206539"/>
                <a:gd name="connsiteX3" fmla="*/ 0 w 9005306"/>
                <a:gd name="connsiteY3" fmla="*/ 1206539 h 120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5306" h="1206539">
                  <a:moveTo>
                    <a:pt x="0" y="0"/>
                  </a:moveTo>
                  <a:lnTo>
                    <a:pt x="9005306" y="0"/>
                  </a:lnTo>
                  <a:lnTo>
                    <a:pt x="7798768" y="1206539"/>
                  </a:lnTo>
                  <a:lnTo>
                    <a:pt x="0" y="12065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6E659EA-39FC-42A2-CA72-7F84036AB274}"/>
                </a:ext>
              </a:extLst>
            </p:cNvPr>
            <p:cNvSpPr/>
            <p:nvPr userDrawn="1"/>
          </p:nvSpPr>
          <p:spPr>
            <a:xfrm>
              <a:off x="6545648" y="133601"/>
              <a:ext cx="2613057" cy="872239"/>
            </a:xfrm>
            <a:custGeom>
              <a:avLst/>
              <a:gdLst>
                <a:gd name="connsiteX0" fmla="*/ 0 w 3735355"/>
                <a:gd name="connsiteY0" fmla="*/ 872239 h 872239"/>
                <a:gd name="connsiteX1" fmla="*/ 878458 w 3735355"/>
                <a:gd name="connsiteY1" fmla="*/ 0 h 872239"/>
                <a:gd name="connsiteX2" fmla="*/ 3735355 w 3735355"/>
                <a:gd name="connsiteY2" fmla="*/ 0 h 872239"/>
                <a:gd name="connsiteX3" fmla="*/ 2856897 w 3735355"/>
                <a:gd name="connsiteY3" fmla="*/ 872239 h 872239"/>
                <a:gd name="connsiteX4" fmla="*/ 0 w 3735355"/>
                <a:gd name="connsiteY4" fmla="*/ 872239 h 872239"/>
                <a:gd name="connsiteX0" fmla="*/ 0 w 2856897"/>
                <a:gd name="connsiteY0" fmla="*/ 872239 h 872239"/>
                <a:gd name="connsiteX1" fmla="*/ 878458 w 2856897"/>
                <a:gd name="connsiteY1" fmla="*/ 0 h 872239"/>
                <a:gd name="connsiteX2" fmla="*/ 2597435 w 2856897"/>
                <a:gd name="connsiteY2" fmla="*/ 30480 h 872239"/>
                <a:gd name="connsiteX3" fmla="*/ 2856897 w 2856897"/>
                <a:gd name="connsiteY3" fmla="*/ 872239 h 872239"/>
                <a:gd name="connsiteX4" fmla="*/ 0 w 2856897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597435 w 2613057"/>
                <a:gd name="connsiteY2" fmla="*/ 3048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  <a:gd name="connsiteX0" fmla="*/ 0 w 2617755"/>
                <a:gd name="connsiteY0" fmla="*/ 872239 h 872239"/>
                <a:gd name="connsiteX1" fmla="*/ 878458 w 2617755"/>
                <a:gd name="connsiteY1" fmla="*/ 0 h 872239"/>
                <a:gd name="connsiteX2" fmla="*/ 2617755 w 2617755"/>
                <a:gd name="connsiteY2" fmla="*/ 20320 h 872239"/>
                <a:gd name="connsiteX3" fmla="*/ 2613057 w 2617755"/>
                <a:gd name="connsiteY3" fmla="*/ 862079 h 872239"/>
                <a:gd name="connsiteX4" fmla="*/ 0 w 2617755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607595 w 2613057"/>
                <a:gd name="connsiteY2" fmla="*/ 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057" h="872239">
                  <a:moveTo>
                    <a:pt x="0" y="872239"/>
                  </a:moveTo>
                  <a:lnTo>
                    <a:pt x="878458" y="0"/>
                  </a:lnTo>
                  <a:lnTo>
                    <a:pt x="2607595" y="0"/>
                  </a:lnTo>
                  <a:cubicBezTo>
                    <a:pt x="2609416" y="287360"/>
                    <a:pt x="2611236" y="574719"/>
                    <a:pt x="2613057" y="862079"/>
                  </a:cubicBezTo>
                  <a:lnTo>
                    <a:pt x="0" y="8722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DE05EC-2409-5C35-8B20-53DE5AD13B35}"/>
              </a:ext>
            </a:extLst>
          </p:cNvPr>
          <p:cNvGrpSpPr/>
          <p:nvPr userDrawn="1"/>
        </p:nvGrpSpPr>
        <p:grpSpPr>
          <a:xfrm>
            <a:off x="389890" y="6132074"/>
            <a:ext cx="11412221" cy="602803"/>
            <a:chOff x="292417" y="4599053"/>
            <a:chExt cx="8559166" cy="4521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FEBE89-CFE5-65B3-650A-D5B1B3AB2D3D}"/>
                </a:ext>
              </a:extLst>
            </p:cNvPr>
            <p:cNvGrpSpPr/>
            <p:nvPr userDrawn="1"/>
          </p:nvGrpSpPr>
          <p:grpSpPr>
            <a:xfrm>
              <a:off x="292417" y="4599053"/>
              <a:ext cx="8559166" cy="250180"/>
              <a:chOff x="292417" y="4491948"/>
              <a:chExt cx="8559166" cy="25018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03D3430-8763-6DE6-63D3-547F54271A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417" y="4598203"/>
                <a:ext cx="8393344" cy="18835"/>
              </a:xfrm>
              <a:prstGeom prst="line">
                <a:avLst/>
              </a:prstGeom>
              <a:ln>
                <a:solidFill>
                  <a:srgbClr val="006E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AD3C87E-882C-3B9F-F67B-72A6FA773CDB}"/>
                  </a:ext>
                </a:extLst>
              </p:cNvPr>
              <p:cNvSpPr/>
              <p:nvPr userDrawn="1"/>
            </p:nvSpPr>
            <p:spPr>
              <a:xfrm>
                <a:off x="8331345" y="4491948"/>
                <a:ext cx="520238" cy="250180"/>
              </a:xfrm>
              <a:prstGeom prst="roundRect">
                <a:avLst/>
              </a:pr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F5A7B5-A3AE-6297-88EB-934C28E43CBE}"/>
                </a:ext>
              </a:extLst>
            </p:cNvPr>
            <p:cNvGrpSpPr/>
            <p:nvPr userDrawn="1"/>
          </p:nvGrpSpPr>
          <p:grpSpPr>
            <a:xfrm>
              <a:off x="292417" y="4735684"/>
              <a:ext cx="5208078" cy="315471"/>
              <a:chOff x="648318" y="3617335"/>
              <a:chExt cx="5208078" cy="3154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174C11-C320-0E58-A507-F4C5337EA663}"/>
                  </a:ext>
                </a:extLst>
              </p:cNvPr>
              <p:cNvSpPr/>
              <p:nvPr/>
            </p:nvSpPr>
            <p:spPr>
              <a:xfrm>
                <a:off x="814964" y="3617335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rgbClr val="006EB4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7" name="Freeform 39">
                <a:extLst>
                  <a:ext uri="{FF2B5EF4-FFF2-40B4-BE49-F238E27FC236}">
                    <a16:creationId xmlns:a16="http://schemas.microsoft.com/office/drawing/2014/main" id="{97F964A0-0112-F128-2286-F470F03DF869}"/>
                  </a:ext>
                </a:extLst>
              </p:cNvPr>
              <p:cNvSpPr/>
              <p:nvPr/>
            </p:nvSpPr>
            <p:spPr>
              <a:xfrm rot="10800000" flipH="1" flipV="1">
                <a:off x="648318" y="3661461"/>
                <a:ext cx="192481" cy="152005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16A24CD-A0C0-0D46-940D-A4F8F83AB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147" y="10499"/>
            <a:ext cx="1097280" cy="1097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5AB2A-6311-D740-8059-778CA8B1268C}"/>
              </a:ext>
            </a:extLst>
          </p:cNvPr>
          <p:cNvSpPr txBox="1"/>
          <p:nvPr userDrawn="1"/>
        </p:nvSpPr>
        <p:spPr>
          <a:xfrm>
            <a:off x="8737600" y="9869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1B580907-4F56-5448-A07A-C77C50C473B0}"/>
              </a:ext>
            </a:extLst>
          </p:cNvPr>
          <p:cNvSpPr/>
          <p:nvPr userDrawn="1"/>
        </p:nvSpPr>
        <p:spPr>
          <a:xfrm>
            <a:off x="7794382" y="2314"/>
            <a:ext cx="1783459" cy="1169323"/>
          </a:xfrm>
          <a:custGeom>
            <a:avLst/>
            <a:gdLst>
              <a:gd name="connsiteX0" fmla="*/ 1206539 w 1840221"/>
              <a:gd name="connsiteY0" fmla="*/ 0 h 1206539"/>
              <a:gd name="connsiteX1" fmla="*/ 1840221 w 1840221"/>
              <a:gd name="connsiteY1" fmla="*/ 0 h 1206539"/>
              <a:gd name="connsiteX2" fmla="*/ 633682 w 1840221"/>
              <a:gd name="connsiteY2" fmla="*/ 1206539 h 1206539"/>
              <a:gd name="connsiteX3" fmla="*/ 0 w 1840221"/>
              <a:gd name="connsiteY3" fmla="*/ 1206539 h 120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221" h="1206539">
                <a:moveTo>
                  <a:pt x="1206539" y="0"/>
                </a:moveTo>
                <a:lnTo>
                  <a:pt x="1840221" y="0"/>
                </a:lnTo>
                <a:lnTo>
                  <a:pt x="633682" y="1206539"/>
                </a:lnTo>
                <a:lnTo>
                  <a:pt x="0" y="1206539"/>
                </a:lnTo>
                <a:close/>
              </a:path>
            </a:pathLst>
          </a:cu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674908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nip Single Corner Rectangle 45">
            <a:extLst>
              <a:ext uri="{FF2B5EF4-FFF2-40B4-BE49-F238E27FC236}">
                <a16:creationId xmlns:a16="http://schemas.microsoft.com/office/drawing/2014/main" id="{186FA5EC-735A-D293-DEA3-9522622AC00A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18" name="Google Shape;18;p3"/>
          <p:cNvSpPr txBox="1"/>
          <p:nvPr/>
        </p:nvSpPr>
        <p:spPr>
          <a:xfrm>
            <a:off x="2673879" y="2030923"/>
            <a:ext cx="7067760" cy="1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  <a:endParaRPr sz="6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782A8-4B15-526E-8872-A7D0AD8CDCE3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5D55375A-9693-86C7-5679-E8346D72DCE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68187A-8FDF-04A4-FE50-76292AC8F512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D636EF-2D68-0C29-0004-980146B9F438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4FAB6002-AC9E-C436-D902-7F28A625870B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42A03-7CAB-5041-8E86-71804D5F4A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9553" y="98938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9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246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Freeform 56">
            <a:extLst>
              <a:ext uri="{FF2B5EF4-FFF2-40B4-BE49-F238E27FC236}">
                <a16:creationId xmlns:a16="http://schemas.microsoft.com/office/drawing/2014/main" id="{A88AFCD0-A68E-7040-94AE-0D1BA75F2DAC}"/>
              </a:ext>
            </a:extLst>
          </p:cNvPr>
          <p:cNvSpPr/>
          <p:nvPr userDrawn="1"/>
        </p:nvSpPr>
        <p:spPr>
          <a:xfrm>
            <a:off x="13749927" y="-138973"/>
            <a:ext cx="1236139" cy="4509700"/>
          </a:xfrm>
          <a:custGeom>
            <a:avLst/>
            <a:gdLst>
              <a:gd name="connsiteX0" fmla="*/ 0 w 1236138"/>
              <a:gd name="connsiteY0" fmla="*/ 0 h 4509697"/>
              <a:gd name="connsiteX1" fmla="*/ 1236138 w 1236138"/>
              <a:gd name="connsiteY1" fmla="*/ 0 h 4509697"/>
              <a:gd name="connsiteX2" fmla="*/ 1236138 w 1236138"/>
              <a:gd name="connsiteY2" fmla="*/ 4509697 h 4509697"/>
              <a:gd name="connsiteX3" fmla="*/ 0 w 1236138"/>
              <a:gd name="connsiteY3" fmla="*/ 3273558 h 450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6138" h="4509697">
                <a:moveTo>
                  <a:pt x="0" y="0"/>
                </a:moveTo>
                <a:lnTo>
                  <a:pt x="1236138" y="0"/>
                </a:lnTo>
                <a:lnTo>
                  <a:pt x="1236138" y="4509697"/>
                </a:lnTo>
                <a:lnTo>
                  <a:pt x="0" y="3273558"/>
                </a:lnTo>
                <a:close/>
              </a:path>
            </a:pathLst>
          </a:cu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3" name="Freeform 48">
            <a:extLst>
              <a:ext uri="{FF2B5EF4-FFF2-40B4-BE49-F238E27FC236}">
                <a16:creationId xmlns:a16="http://schemas.microsoft.com/office/drawing/2014/main" id="{43477F39-1BBD-F526-40AC-2BC60882E79F}"/>
              </a:ext>
            </a:extLst>
          </p:cNvPr>
          <p:cNvSpPr/>
          <p:nvPr userDrawn="1"/>
        </p:nvSpPr>
        <p:spPr>
          <a:xfrm>
            <a:off x="13326852" y="1166085"/>
            <a:ext cx="2335701" cy="2335703"/>
          </a:xfrm>
          <a:custGeom>
            <a:avLst/>
            <a:gdLst>
              <a:gd name="connsiteX0" fmla="*/ 0 w 2335701"/>
              <a:gd name="connsiteY0" fmla="*/ 0 h 2335702"/>
              <a:gd name="connsiteX1" fmla="*/ 377708 w 2335701"/>
              <a:gd name="connsiteY1" fmla="*/ 0 h 2335702"/>
              <a:gd name="connsiteX2" fmla="*/ 2335701 w 2335701"/>
              <a:gd name="connsiteY2" fmla="*/ 1957994 h 2335702"/>
              <a:gd name="connsiteX3" fmla="*/ 2335701 w 2335701"/>
              <a:gd name="connsiteY3" fmla="*/ 2335702 h 233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5701" h="2335702">
                <a:moveTo>
                  <a:pt x="0" y="0"/>
                </a:moveTo>
                <a:lnTo>
                  <a:pt x="377708" y="0"/>
                </a:lnTo>
                <a:lnTo>
                  <a:pt x="2335701" y="1957994"/>
                </a:lnTo>
                <a:lnTo>
                  <a:pt x="2335701" y="23357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4" name="Freeform 53">
            <a:extLst>
              <a:ext uri="{FF2B5EF4-FFF2-40B4-BE49-F238E27FC236}">
                <a16:creationId xmlns:a16="http://schemas.microsoft.com/office/drawing/2014/main" id="{81B0EF1A-E1FD-FBF6-7FBC-E6508427A12F}"/>
              </a:ext>
            </a:extLst>
          </p:cNvPr>
          <p:cNvSpPr/>
          <p:nvPr userDrawn="1"/>
        </p:nvSpPr>
        <p:spPr>
          <a:xfrm>
            <a:off x="12547601" y="-1266391"/>
            <a:ext cx="1236139" cy="1608772"/>
          </a:xfrm>
          <a:custGeom>
            <a:avLst/>
            <a:gdLst>
              <a:gd name="connsiteX0" fmla="*/ 0 w 1236138"/>
              <a:gd name="connsiteY0" fmla="*/ 0 h 1608771"/>
              <a:gd name="connsiteX1" fmla="*/ 5076 w 1236138"/>
              <a:gd name="connsiteY1" fmla="*/ 0 h 1608771"/>
              <a:gd name="connsiteX2" fmla="*/ 1236138 w 1236138"/>
              <a:gd name="connsiteY2" fmla="*/ 1231063 h 1608771"/>
              <a:gd name="connsiteX3" fmla="*/ 1236138 w 1236138"/>
              <a:gd name="connsiteY3" fmla="*/ 1608771 h 1608771"/>
              <a:gd name="connsiteX4" fmla="*/ 0 w 1236138"/>
              <a:gd name="connsiteY4" fmla="*/ 372632 h 160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38" h="1608771">
                <a:moveTo>
                  <a:pt x="0" y="0"/>
                </a:moveTo>
                <a:lnTo>
                  <a:pt x="5076" y="0"/>
                </a:lnTo>
                <a:lnTo>
                  <a:pt x="1236138" y="1231063"/>
                </a:lnTo>
                <a:lnTo>
                  <a:pt x="1236138" y="1608771"/>
                </a:lnTo>
                <a:lnTo>
                  <a:pt x="0" y="372632"/>
                </a:lnTo>
                <a:close/>
              </a:path>
            </a:pathLst>
          </a:custGeom>
          <a:solidFill>
            <a:srgbClr val="BE9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1377B5-6D47-6694-65A6-874DF1FD3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760" b="7353"/>
          <a:stretch/>
        </p:blipFill>
        <p:spPr>
          <a:xfrm>
            <a:off x="8503062" y="4065496"/>
            <a:ext cx="7159492" cy="425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595867" y="3139633"/>
            <a:ext cx="11360800" cy="33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1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390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94BA-5D45-2846-9EC3-770DFE0E1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97180-A75E-5249-A614-FBEDAC6F0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6108-FC60-9542-ACF1-C0CCE03D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043D-85CB-0F46-8203-65F8DE5F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3177-CE91-A440-82F4-E1532547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1CB3-4EBA-5B43-B7FD-40AACB5B6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F2F93-1561-8641-9BB2-2CD669BCE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D35B-B1E8-A54B-B8AB-B7413826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DBF938AF-EA14-4C4A-85B9-52C0BA964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2751" y="1152475"/>
            <a:ext cx="576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git-scm.com/downloads/win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vercel.com/" TargetMode="External"/><Relationship Id="rId2" Type="http://schemas.openxmlformats.org/officeDocument/2006/relationships/hyperlink" Target="https://www.geeksforgeeks.org/javascript/how-to-host-html-css-javascript-website-on-vercel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689F2A-549A-DB45-8D22-E70CD59FC9D8}"/>
              </a:ext>
            </a:extLst>
          </p:cNvPr>
          <p:cNvSpPr/>
          <p:nvPr/>
        </p:nvSpPr>
        <p:spPr>
          <a:xfrm>
            <a:off x="1004778" y="2336843"/>
            <a:ext cx="5518819" cy="900246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06EB4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Hosting Website</a:t>
            </a:r>
          </a:p>
        </p:txBody>
      </p:sp>
      <p:pic>
        <p:nvPicPr>
          <p:cNvPr id="1026" name="Picture 2" descr="Hosting banner Images - Free Download on Freepik">
            <a:extLst>
              <a:ext uri="{FF2B5EF4-FFF2-40B4-BE49-F238E27FC236}">
                <a16:creationId xmlns:a16="http://schemas.microsoft.com/office/drawing/2014/main" id="{FB6710B9-9FF6-5F44-BCBF-52B105F24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194" y="1184944"/>
            <a:ext cx="4926860" cy="349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82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6143B-764A-B148-942F-5DB09C83945C}"/>
              </a:ext>
            </a:extLst>
          </p:cNvPr>
          <p:cNvSpPr/>
          <p:nvPr/>
        </p:nvSpPr>
        <p:spPr>
          <a:xfrm>
            <a:off x="2042497" y="2778822"/>
            <a:ext cx="8107028" cy="1300356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80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Hosting Website</a:t>
            </a:r>
          </a:p>
        </p:txBody>
      </p:sp>
    </p:spTree>
    <p:extLst>
      <p:ext uri="{BB962C8B-B14F-4D97-AF65-F5344CB8AC3E}">
        <p14:creationId xmlns:p14="http://schemas.microsoft.com/office/powerpoint/2010/main" val="2324638752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B72E00-22F5-CF4B-AB42-CA6B9A3FCA3D}"/>
              </a:ext>
            </a:extLst>
          </p:cNvPr>
          <p:cNvSpPr/>
          <p:nvPr/>
        </p:nvSpPr>
        <p:spPr>
          <a:xfrm>
            <a:off x="436755" y="260705"/>
            <a:ext cx="318253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Table 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E588F-8CCB-134C-B762-E834FFE59B7A}"/>
              </a:ext>
            </a:extLst>
          </p:cNvPr>
          <p:cNvSpPr txBox="1"/>
          <p:nvPr/>
        </p:nvSpPr>
        <p:spPr>
          <a:xfrm>
            <a:off x="941277" y="2155193"/>
            <a:ext cx="4419055" cy="275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 fontAlgn="base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b="0" i="0" u="none" strike="noStrike" dirty="0">
                <a:effectLst/>
                <a:latin typeface="Khmer OS Siemreap" panose="02000500000000020004" pitchFamily="2" charset="77"/>
                <a:cs typeface="Khmer OS Siemreap" panose="02000500000000020004" pitchFamily="2" charset="77"/>
              </a:rPr>
              <a:t>Introduction</a:t>
            </a:r>
          </a:p>
          <a:p>
            <a:pPr marL="342900" indent="-342900" rtl="0" fontAlgn="base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Setup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github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account</a:t>
            </a:r>
          </a:p>
          <a:p>
            <a:pPr marL="342900" indent="-342900" rtl="0" fontAlgn="base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Push code to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github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342900" indent="-342900" rtl="0" fontAlgn="base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Setup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vercel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account and Deploy code</a:t>
            </a:r>
          </a:p>
        </p:txBody>
      </p:sp>
    </p:spTree>
    <p:extLst>
      <p:ext uri="{BB962C8B-B14F-4D97-AF65-F5344CB8AC3E}">
        <p14:creationId xmlns:p14="http://schemas.microsoft.com/office/powerpoint/2010/main" val="1399607339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38490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141165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Git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ជាប្រព័ន្ធគ្រប់គ្រងកូដ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(Version Control System)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រក្សាទុកកូដ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(Version​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ខុសៗគ្នា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តាមដានការផ្លាស់ប្ដូរ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file (track change)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អាចធ្វើការផ្លាស់ប្ដូរ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តាម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Version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ពេលក្រោយបាន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ធ្វើការងារជាក្រុម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ដោយប្រើ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Github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and Gitlab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EA1B5-5DEA-F843-87D4-6E0277B36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733" y="2604555"/>
            <a:ext cx="4663732" cy="332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13835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508012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2. 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Github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602535" y="1414714"/>
            <a:ext cx="6141165" cy="362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Download the installer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b="0" i="0" u="sng" dirty="0">
                <a:solidFill>
                  <a:srgbClr val="22A779"/>
                </a:solidFill>
                <a:effectLst/>
                <a:latin typeface="Nunito" panose="020F0502020204030204" pitchFamily="34" charset="0"/>
                <a:hlinkClick r:id="rId2"/>
              </a:rPr>
              <a:t>https://git-scm.com/downloads/win</a:t>
            </a:r>
            <a:endParaRPr lang="en-US" b="0" i="0" u="sng" dirty="0">
              <a:solidFill>
                <a:srgbClr val="22A779"/>
              </a:solidFill>
              <a:effectLst/>
              <a:latin typeface="Nunito" panose="020F0502020204030204" pitchFamily="34" charset="0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ពិនិត្យមើល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ដំឡើងបានជោគជ័យ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run command: git –version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github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account 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  <a:hlinkClick r:id="rId3"/>
              </a:rPr>
              <a:t>https://github.com/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5B2CE-06EF-6B43-A8CB-220C4C937C9F}"/>
              </a:ext>
            </a:extLst>
          </p:cNvPr>
          <p:cNvSpPr txBox="1"/>
          <p:nvPr/>
        </p:nvSpPr>
        <p:spPr>
          <a:xfrm>
            <a:off x="6096000" y="1414714"/>
            <a:ext cx="6141165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Config with git and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github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Run command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git config --global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user.name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“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YourName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”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git config --global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user.email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“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yourname@gmail.com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378949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493346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3. Push code to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github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36275" y="1255688"/>
            <a:ext cx="5811515" cy="473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repository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ដើម្បីទុកsource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code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Push code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ទាំងអស់ចង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់ host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ទៅក្នុង</a:t>
            </a:r>
            <a:r>
              <a:rPr lang="zh-CN" alt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altLang="zh-CN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repo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Command git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ដាក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់ code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ដែលបានសរសេរចូលក្នុងstage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git add . 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រក្សាទុកអ្វីដែលបានadd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ទៅក្នុងcommit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ថ្មីមួយ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ជាមួយសារខ្លី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ៗ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ពីអ្វីដែលបានធ្វើ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git commit –m “Fix login bug and update header UI”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1BD15-B744-1A44-90B8-FBA0E6442BCB}"/>
              </a:ext>
            </a:extLst>
          </p:cNvPr>
          <p:cNvSpPr txBox="1"/>
          <p:nvPr/>
        </p:nvSpPr>
        <p:spPr>
          <a:xfrm>
            <a:off x="6261217" y="1394836"/>
            <a:ext cx="5811514" cy="1408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ផ្ញើរ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commit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ទៅកាន់repository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នៅលើ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server or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github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git push origin main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55A32-AD96-7F4C-B35C-CCAD0CD3C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065" y="4554388"/>
            <a:ext cx="4210511" cy="143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2246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4425314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Push code to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github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Lightbox">
            <a:extLst>
              <a:ext uri="{FF2B5EF4-FFF2-40B4-BE49-F238E27FC236}">
                <a16:creationId xmlns:a16="http://schemas.microsoft.com/office/drawing/2014/main" id="{1A2A3FCB-19CE-2E47-8F76-F224F0160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995" y="1429413"/>
            <a:ext cx="8194147" cy="46104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51B01159-A827-9F4B-BED9-A349F273D9E9}"/>
              </a:ext>
            </a:extLst>
          </p:cNvPr>
          <p:cNvSpPr/>
          <p:nvPr/>
        </p:nvSpPr>
        <p:spPr>
          <a:xfrm rot="222803">
            <a:off x="925040" y="1673248"/>
            <a:ext cx="1860691" cy="910464"/>
          </a:xfrm>
          <a:prstGeom prst="rightArrow">
            <a:avLst>
              <a:gd name="adj1" fmla="val 46095"/>
              <a:gd name="adj2" fmla="val 55012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Created Repo</a:t>
            </a:r>
          </a:p>
        </p:txBody>
      </p:sp>
    </p:spTree>
    <p:extLst>
      <p:ext uri="{BB962C8B-B14F-4D97-AF65-F5344CB8AC3E}">
        <p14:creationId xmlns:p14="http://schemas.microsoft.com/office/powerpoint/2010/main" val="119247573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43081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4. 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Vercel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89283" y="1746019"/>
            <a:ext cx="6141165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Login or register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លើ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Vercel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platform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ជាមួយ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github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account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https://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vercel.com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/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ចុចលើ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button Add new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រួចជ្រើសរើសយក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Project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ជ្រើសរើសយក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git repository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រួចចុចពាក្យ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Deploy</a:t>
            </a:r>
          </a:p>
        </p:txBody>
      </p:sp>
      <p:pic>
        <p:nvPicPr>
          <p:cNvPr id="2050" name="Picture 2" descr="Vercel Logo, symbol, meaning, history, PNG, brand">
            <a:extLst>
              <a:ext uri="{FF2B5EF4-FFF2-40B4-BE49-F238E27FC236}">
                <a16:creationId xmlns:a16="http://schemas.microsoft.com/office/drawing/2014/main" id="{F03A62DC-12BD-8642-8213-ABD0812F0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639" y="3824662"/>
            <a:ext cx="3525078" cy="198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297565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92266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Vercel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102" name="Picture 6" descr="Lightbox">
            <a:extLst>
              <a:ext uri="{FF2B5EF4-FFF2-40B4-BE49-F238E27FC236}">
                <a16:creationId xmlns:a16="http://schemas.microsoft.com/office/drawing/2014/main" id="{7121F327-7273-1243-803C-1888DD25A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026" y="1788646"/>
            <a:ext cx="8825948" cy="39557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7048084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92266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Vercel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Lightbox">
            <a:extLst>
              <a:ext uri="{FF2B5EF4-FFF2-40B4-BE49-F238E27FC236}">
                <a16:creationId xmlns:a16="http://schemas.microsoft.com/office/drawing/2014/main" id="{D0B86956-CAAD-6049-A2AC-AEF491A7C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235" y="2056472"/>
            <a:ext cx="9833112" cy="36093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06093809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92266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Vercel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2DB15C3-66B4-834F-9D58-DC954EDB2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009" y="1700384"/>
            <a:ext cx="9342782" cy="43259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58321907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92266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Vercel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5E9D390-6C57-B548-B5E6-AE870650E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574" y="1531561"/>
            <a:ext cx="8048314" cy="45313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31545753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EC3732-F759-6248-98DE-FFF98CBC3BAC}"/>
              </a:ext>
            </a:extLst>
          </p:cNvPr>
          <p:cNvSpPr/>
          <p:nvPr/>
        </p:nvSpPr>
        <p:spPr>
          <a:xfrm>
            <a:off x="5074069" y="2061169"/>
            <a:ext cx="239200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D83D9-C47A-C84F-95AA-D7218E1698A9}"/>
              </a:ext>
            </a:extLst>
          </p:cNvPr>
          <p:cNvSpPr txBox="1"/>
          <p:nvPr/>
        </p:nvSpPr>
        <p:spPr>
          <a:xfrm>
            <a:off x="1265273" y="3162124"/>
            <a:ext cx="1049433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https://www.geeksforgeeks.org/javascript/how-to-host-html-css-javascript-website-on-vercel/</a:t>
            </a:r>
            <a:endParaRPr lang="en-US" sz="2400" dirty="0">
              <a:solidFill>
                <a:schemeClr val="bg1"/>
              </a:solidFill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https://vercel.com/</a:t>
            </a:r>
            <a:endParaRPr lang="en-US" sz="2400" dirty="0">
              <a:solidFill>
                <a:schemeClr val="bg1"/>
              </a:solidFill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https://</a:t>
            </a:r>
            <a:r>
              <a:rPr lang="en-US" sz="2400" dirty="0" err="1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github.com</a:t>
            </a: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18962816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Q&amp;A Images – Browse 228,851 Stock Photos, Vectors, and Video | Adobe Stock">
            <a:extLst>
              <a:ext uri="{FF2B5EF4-FFF2-40B4-BE49-F238E27FC236}">
                <a16:creationId xmlns:a16="http://schemas.microsoft.com/office/drawing/2014/main" id="{11FE7E59-125F-6C4B-B8BF-31BD6CEBA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556" y="1647884"/>
            <a:ext cx="5086074" cy="356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00839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12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4112</TotalTime>
  <Words>310</Words>
  <Application>Microsoft Office PowerPoint</Application>
  <PresentationFormat>Widescreen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 Black</vt:lpstr>
      <vt:lpstr>Arial</vt:lpstr>
      <vt:lpstr>Calibri</vt:lpstr>
      <vt:lpstr>Khmer OS Siemreap</vt:lpstr>
      <vt:lpstr>Nunito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 Seyha</cp:lastModifiedBy>
  <cp:revision>32</cp:revision>
  <dcterms:created xsi:type="dcterms:W3CDTF">2025-10-06T13:45:52Z</dcterms:created>
  <dcterms:modified xsi:type="dcterms:W3CDTF">2026-03-16T14:11:06Z</dcterms:modified>
</cp:coreProperties>
</file>