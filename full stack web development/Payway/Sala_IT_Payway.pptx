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392" r:id="rId3"/>
    <p:sldId id="274" r:id="rId4"/>
    <p:sldId id="401" r:id="rId5"/>
    <p:sldId id="395" r:id="rId6"/>
    <p:sldId id="403" r:id="rId7"/>
    <p:sldId id="404" r:id="rId8"/>
    <p:sldId id="350" r:id="rId9"/>
    <p:sldId id="347" r:id="rId10"/>
    <p:sldId id="34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EB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24"/>
    <p:restoredTop sz="96327"/>
  </p:normalViewPr>
  <p:slideViewPr>
    <p:cSldViewPr snapToGrid="0" snapToObjects="1">
      <p:cViewPr varScale="1">
        <p:scale>
          <a:sx n="68" d="100"/>
          <a:sy n="68" d="100"/>
        </p:scale>
        <p:origin x="19"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app.salaitdevelopment.com/" TargetMode="External"/><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reserve="1">
  <p:cSld name="1_Title slide">
    <p:spTree>
      <p:nvGrpSpPr>
        <p:cNvPr id="1" name="Shape 10"/>
        <p:cNvGrpSpPr/>
        <p:nvPr/>
      </p:nvGrpSpPr>
      <p:grpSpPr>
        <a:xfrm>
          <a:off x="0" y="0"/>
          <a:ext cx="0" cy="0"/>
          <a:chOff x="0" y="0"/>
          <a:chExt cx="0" cy="0"/>
        </a:xfrm>
      </p:grpSpPr>
      <p:sp>
        <p:nvSpPr>
          <p:cNvPr id="29" name="Snip Single Corner Rectangle 45">
            <a:extLst>
              <a:ext uri="{FF2B5EF4-FFF2-40B4-BE49-F238E27FC236}">
                <a16:creationId xmlns:a16="http://schemas.microsoft.com/office/drawing/2014/main" id="{EE1A6E72-DF69-9936-4B5F-AC93BB388E1C}"/>
              </a:ext>
            </a:extLst>
          </p:cNvPr>
          <p:cNvSpPr/>
          <p:nvPr userDrawn="1"/>
        </p:nvSpPr>
        <p:spPr>
          <a:xfrm>
            <a:off x="0" y="5008880"/>
            <a:ext cx="12192000" cy="1852507"/>
          </a:xfrm>
          <a:prstGeom prst="snip1Rect">
            <a:avLst>
              <a:gd name="adj" fmla="val 50000"/>
            </a:avLst>
          </a:prstGeom>
          <a:solidFill>
            <a:srgbClr val="006E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600" b="0" dirty="0">
                <a:effectLst/>
              </a:rPr>
              <a:t> </a:t>
            </a:r>
            <a:endParaRPr lang="en-US" sz="400000" dirty="0"/>
          </a:p>
        </p:txBody>
      </p:sp>
      <p:grpSp>
        <p:nvGrpSpPr>
          <p:cNvPr id="2" name="Group 1">
            <a:extLst>
              <a:ext uri="{FF2B5EF4-FFF2-40B4-BE49-F238E27FC236}">
                <a16:creationId xmlns:a16="http://schemas.microsoft.com/office/drawing/2014/main" id="{C6772484-0ED3-6CF8-76CE-48F05546AAA9}"/>
              </a:ext>
            </a:extLst>
          </p:cNvPr>
          <p:cNvGrpSpPr/>
          <p:nvPr userDrawn="1"/>
        </p:nvGrpSpPr>
        <p:grpSpPr>
          <a:xfrm>
            <a:off x="7046848" y="6172759"/>
            <a:ext cx="7082325" cy="624227"/>
            <a:chOff x="5285136" y="4310323"/>
            <a:chExt cx="5311744" cy="468170"/>
          </a:xfrm>
        </p:grpSpPr>
        <p:sp>
          <p:nvSpPr>
            <p:cNvPr id="8" name="Freeform 39">
              <a:extLst>
                <a:ext uri="{FF2B5EF4-FFF2-40B4-BE49-F238E27FC236}">
                  <a16:creationId xmlns:a16="http://schemas.microsoft.com/office/drawing/2014/main" id="{0BEC4127-EC3B-1641-354B-385A1ED09DE1}"/>
                </a:ext>
              </a:extLst>
            </p:cNvPr>
            <p:cNvSpPr/>
            <p:nvPr userDrawn="1"/>
          </p:nvSpPr>
          <p:spPr>
            <a:xfrm rot="10800000" flipH="1" flipV="1">
              <a:off x="6138862" y="4658911"/>
              <a:ext cx="151425" cy="119582"/>
            </a:xfrm>
            <a:custGeom>
              <a:avLst/>
              <a:gdLst/>
              <a:ahLst/>
              <a:cxnLst/>
              <a:rect l="l" t="t" r="r" b="b"/>
              <a:pathLst>
                <a:path w="98375" h="77688">
                  <a:moveTo>
                    <a:pt x="78134" y="0"/>
                  </a:moveTo>
                  <a:lnTo>
                    <a:pt x="98375" y="11757"/>
                  </a:lnTo>
                  <a:cubicBezTo>
                    <a:pt x="89842" y="25251"/>
                    <a:pt x="85427" y="38943"/>
                    <a:pt x="85129" y="52834"/>
                  </a:cubicBezTo>
                  <a:lnTo>
                    <a:pt x="85129" y="77688"/>
                  </a:lnTo>
                  <a:lnTo>
                    <a:pt x="51048" y="77688"/>
                  </a:lnTo>
                  <a:lnTo>
                    <a:pt x="51048" y="55364"/>
                  </a:lnTo>
                  <a:cubicBezTo>
                    <a:pt x="51048" y="46037"/>
                    <a:pt x="53652" y="36090"/>
                    <a:pt x="58861" y="25524"/>
                  </a:cubicBezTo>
                  <a:cubicBezTo>
                    <a:pt x="64070" y="14957"/>
                    <a:pt x="70494" y="6449"/>
                    <a:pt x="78134" y="0"/>
                  </a:cubicBezTo>
                  <a:close/>
                  <a:moveTo>
                    <a:pt x="27086" y="0"/>
                  </a:moveTo>
                  <a:lnTo>
                    <a:pt x="47327" y="11757"/>
                  </a:lnTo>
                  <a:cubicBezTo>
                    <a:pt x="38794" y="25251"/>
                    <a:pt x="34379" y="38943"/>
                    <a:pt x="34081" y="52834"/>
                  </a:cubicBezTo>
                  <a:lnTo>
                    <a:pt x="34081" y="77688"/>
                  </a:lnTo>
                  <a:lnTo>
                    <a:pt x="0" y="77688"/>
                  </a:lnTo>
                  <a:lnTo>
                    <a:pt x="0" y="55364"/>
                  </a:lnTo>
                  <a:cubicBezTo>
                    <a:pt x="0" y="46037"/>
                    <a:pt x="2604" y="36090"/>
                    <a:pt x="7813" y="25524"/>
                  </a:cubicBezTo>
                  <a:cubicBezTo>
                    <a:pt x="13022" y="14957"/>
                    <a:pt x="19446" y="6449"/>
                    <a:pt x="27086" y="0"/>
                  </a:cubicBezTo>
                  <a:close/>
                </a:path>
              </a:pathLst>
            </a:custGeom>
            <a:solidFill>
              <a:srgbClr val="006EB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a:p>
          </p:txBody>
        </p:sp>
        <p:grpSp>
          <p:nvGrpSpPr>
            <p:cNvPr id="4" name="Group 3">
              <a:extLst>
                <a:ext uri="{FF2B5EF4-FFF2-40B4-BE49-F238E27FC236}">
                  <a16:creationId xmlns:a16="http://schemas.microsoft.com/office/drawing/2014/main" id="{10A9A897-311C-8A2E-B2C9-D0E71450D5B6}"/>
                </a:ext>
              </a:extLst>
            </p:cNvPr>
            <p:cNvGrpSpPr/>
            <p:nvPr userDrawn="1"/>
          </p:nvGrpSpPr>
          <p:grpSpPr>
            <a:xfrm>
              <a:off x="5285136" y="4310323"/>
              <a:ext cx="5311744" cy="404831"/>
              <a:chOff x="631856" y="3548776"/>
              <a:chExt cx="5311744" cy="404831"/>
            </a:xfrm>
          </p:grpSpPr>
          <p:sp>
            <p:nvSpPr>
              <p:cNvPr id="5" name="Rectangle 4">
                <a:extLst>
                  <a:ext uri="{FF2B5EF4-FFF2-40B4-BE49-F238E27FC236}">
                    <a16:creationId xmlns:a16="http://schemas.microsoft.com/office/drawing/2014/main" id="{D8284C36-E4D1-4F7B-AAC5-8F77739A469A}"/>
                  </a:ext>
                </a:extLst>
              </p:cNvPr>
              <p:cNvSpPr/>
              <p:nvPr/>
            </p:nvSpPr>
            <p:spPr>
              <a:xfrm>
                <a:off x="902168" y="3638136"/>
                <a:ext cx="5041432" cy="315471"/>
              </a:xfrm>
              <a:prstGeom prst="rect">
                <a:avLst/>
              </a:prstGeom>
            </p:spPr>
            <p:txBody>
              <a:bodyPr wrap="square" anchor="ctr">
                <a:spAutoFit/>
              </a:bodyPr>
              <a:lstStyle/>
              <a:p>
                <a:pPr>
                  <a:lnSpc>
                    <a:spcPct val="150000"/>
                  </a:lnSpc>
                </a:pPr>
                <a:r>
                  <a:rPr lang="en-ID" sz="1600" b="1" dirty="0">
                    <a:solidFill>
                      <a:schemeClr val="bg1"/>
                    </a:solidFill>
                    <a:latin typeface="Roboto" panose="02000000000000000000" pitchFamily="2" charset="0"/>
                    <a:ea typeface="Roboto" panose="02000000000000000000" pitchFamily="2" charset="0"/>
                  </a:rPr>
                  <a:t>UNLOCK YOUR POTENTIAL</a:t>
                </a:r>
              </a:p>
            </p:txBody>
          </p:sp>
          <p:sp>
            <p:nvSpPr>
              <p:cNvPr id="6" name="Freeform 39">
                <a:extLst>
                  <a:ext uri="{FF2B5EF4-FFF2-40B4-BE49-F238E27FC236}">
                    <a16:creationId xmlns:a16="http://schemas.microsoft.com/office/drawing/2014/main" id="{351FD69F-C469-A277-0658-1C819EDC6609}"/>
                  </a:ext>
                </a:extLst>
              </p:cNvPr>
              <p:cNvSpPr/>
              <p:nvPr/>
            </p:nvSpPr>
            <p:spPr>
              <a:xfrm rot="10800000" flipH="1" flipV="1">
                <a:off x="631856" y="3548776"/>
                <a:ext cx="298720" cy="235903"/>
              </a:xfrm>
              <a:custGeom>
                <a:avLst/>
                <a:gdLst/>
                <a:ahLst/>
                <a:cxnLst/>
                <a:rect l="l" t="t" r="r" b="b"/>
                <a:pathLst>
                  <a:path w="98375" h="77688">
                    <a:moveTo>
                      <a:pt x="78134" y="0"/>
                    </a:moveTo>
                    <a:lnTo>
                      <a:pt x="98375" y="11757"/>
                    </a:lnTo>
                    <a:cubicBezTo>
                      <a:pt x="89842" y="25251"/>
                      <a:pt x="85427" y="38943"/>
                      <a:pt x="85129" y="52834"/>
                    </a:cubicBezTo>
                    <a:lnTo>
                      <a:pt x="85129" y="77688"/>
                    </a:lnTo>
                    <a:lnTo>
                      <a:pt x="51048" y="77688"/>
                    </a:lnTo>
                    <a:lnTo>
                      <a:pt x="51048" y="55364"/>
                    </a:lnTo>
                    <a:cubicBezTo>
                      <a:pt x="51048" y="46037"/>
                      <a:pt x="53652" y="36090"/>
                      <a:pt x="58861" y="25524"/>
                    </a:cubicBezTo>
                    <a:cubicBezTo>
                      <a:pt x="64070" y="14957"/>
                      <a:pt x="70494" y="6449"/>
                      <a:pt x="78134" y="0"/>
                    </a:cubicBezTo>
                    <a:close/>
                    <a:moveTo>
                      <a:pt x="27086" y="0"/>
                    </a:moveTo>
                    <a:lnTo>
                      <a:pt x="47327" y="11757"/>
                    </a:lnTo>
                    <a:cubicBezTo>
                      <a:pt x="38794" y="25251"/>
                      <a:pt x="34379" y="38943"/>
                      <a:pt x="34081" y="52834"/>
                    </a:cubicBezTo>
                    <a:lnTo>
                      <a:pt x="34081" y="77688"/>
                    </a:lnTo>
                    <a:lnTo>
                      <a:pt x="0" y="77688"/>
                    </a:lnTo>
                    <a:lnTo>
                      <a:pt x="0" y="55364"/>
                    </a:lnTo>
                    <a:cubicBezTo>
                      <a:pt x="0" y="46037"/>
                      <a:pt x="2604" y="36090"/>
                      <a:pt x="7813" y="25524"/>
                    </a:cubicBezTo>
                    <a:cubicBezTo>
                      <a:pt x="13022" y="14957"/>
                      <a:pt x="19446" y="6449"/>
                      <a:pt x="2708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grpSp>
      </p:grpSp>
      <p:pic>
        <p:nvPicPr>
          <p:cNvPr id="10" name="Picture 9">
            <a:extLst>
              <a:ext uri="{FF2B5EF4-FFF2-40B4-BE49-F238E27FC236}">
                <a16:creationId xmlns:a16="http://schemas.microsoft.com/office/drawing/2014/main" id="{3BD4AFEF-1F5B-884F-B784-9ACC610E16C6}"/>
              </a:ext>
            </a:extLst>
          </p:cNvPr>
          <p:cNvPicPr>
            <a:picLocks noChangeAspect="1"/>
          </p:cNvPicPr>
          <p:nvPr userDrawn="1"/>
        </p:nvPicPr>
        <p:blipFill>
          <a:blip r:embed="rId2"/>
          <a:stretch>
            <a:fillRect/>
          </a:stretch>
        </p:blipFill>
        <p:spPr>
          <a:xfrm>
            <a:off x="67307" y="129483"/>
            <a:ext cx="1828800" cy="1828800"/>
          </a:xfrm>
          <a:prstGeom prst="rect">
            <a:avLst/>
          </a:prstGeom>
        </p:spPr>
      </p:pic>
      <p:sp>
        <p:nvSpPr>
          <p:cNvPr id="3" name="TextBox 2">
            <a:extLst>
              <a:ext uri="{FF2B5EF4-FFF2-40B4-BE49-F238E27FC236}">
                <a16:creationId xmlns:a16="http://schemas.microsoft.com/office/drawing/2014/main" id="{1E9E3F00-B81A-9B41-B6BC-84A26BBC70A0}"/>
              </a:ext>
            </a:extLst>
          </p:cNvPr>
          <p:cNvSpPr txBox="1"/>
          <p:nvPr userDrawn="1"/>
        </p:nvSpPr>
        <p:spPr>
          <a:xfrm>
            <a:off x="251601" y="5230254"/>
            <a:ext cx="1898374" cy="369332"/>
          </a:xfrm>
          <a:prstGeom prst="rect">
            <a:avLst/>
          </a:prstGeom>
          <a:noFill/>
        </p:spPr>
        <p:txBody>
          <a:bodyPr wrap="square" rtlCol="0">
            <a:spAutoFit/>
          </a:bodyPr>
          <a:lstStyle/>
          <a:p>
            <a:r>
              <a:rPr lang="en-US" dirty="0">
                <a:solidFill>
                  <a:schemeClr val="bg1"/>
                </a:solidFill>
                <a:latin typeface=""/>
              </a:rPr>
              <a:t>Contact us:</a:t>
            </a:r>
          </a:p>
        </p:txBody>
      </p:sp>
      <p:pic>
        <p:nvPicPr>
          <p:cNvPr id="9" name="Graphic 8" descr="Earth globe: Americas with solid fill">
            <a:extLst>
              <a:ext uri="{FF2B5EF4-FFF2-40B4-BE49-F238E27FC236}">
                <a16:creationId xmlns:a16="http://schemas.microsoft.com/office/drawing/2014/main" id="{A8E61CC3-4923-3F46-B899-22545B4B352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31971" y="6093326"/>
            <a:ext cx="274320" cy="274320"/>
          </a:xfrm>
          <a:prstGeom prst="rect">
            <a:avLst/>
          </a:prstGeom>
        </p:spPr>
      </p:pic>
      <p:pic>
        <p:nvPicPr>
          <p:cNvPr id="12" name="Graphic 11" descr="Receiver with solid fill">
            <a:extLst>
              <a:ext uri="{FF2B5EF4-FFF2-40B4-BE49-F238E27FC236}">
                <a16:creationId xmlns:a16="http://schemas.microsoft.com/office/drawing/2014/main" id="{70089D4B-98F8-184C-9D3D-5726E2CA0C69}"/>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31971" y="5663047"/>
            <a:ext cx="274320" cy="274320"/>
          </a:xfrm>
          <a:prstGeom prst="rect">
            <a:avLst/>
          </a:prstGeom>
        </p:spPr>
      </p:pic>
      <p:sp>
        <p:nvSpPr>
          <p:cNvPr id="15" name="TextBox 14">
            <a:extLst>
              <a:ext uri="{FF2B5EF4-FFF2-40B4-BE49-F238E27FC236}">
                <a16:creationId xmlns:a16="http://schemas.microsoft.com/office/drawing/2014/main" id="{34BEFA59-341D-2143-9FE8-154510F763F4}"/>
              </a:ext>
            </a:extLst>
          </p:cNvPr>
          <p:cNvSpPr txBox="1"/>
          <p:nvPr userDrawn="1"/>
        </p:nvSpPr>
        <p:spPr>
          <a:xfrm>
            <a:off x="625690" y="5683789"/>
            <a:ext cx="1898374" cy="307777"/>
          </a:xfrm>
          <a:prstGeom prst="rect">
            <a:avLst/>
          </a:prstGeom>
          <a:noFill/>
        </p:spPr>
        <p:txBody>
          <a:bodyPr wrap="square" rtlCol="0">
            <a:spAutoFit/>
          </a:bodyPr>
          <a:lstStyle/>
          <a:p>
            <a:r>
              <a:rPr lang="en-US" sz="1400" dirty="0">
                <a:solidFill>
                  <a:schemeClr val="bg1"/>
                </a:solidFill>
                <a:latin typeface=""/>
              </a:rPr>
              <a:t>011 504 463</a:t>
            </a:r>
          </a:p>
        </p:txBody>
      </p:sp>
      <p:sp>
        <p:nvSpPr>
          <p:cNvPr id="16" name="TextBox 15">
            <a:extLst>
              <a:ext uri="{FF2B5EF4-FFF2-40B4-BE49-F238E27FC236}">
                <a16:creationId xmlns:a16="http://schemas.microsoft.com/office/drawing/2014/main" id="{639251C8-1DA8-3F47-A00B-566CC72C4D7D}"/>
              </a:ext>
            </a:extLst>
          </p:cNvPr>
          <p:cNvSpPr txBox="1"/>
          <p:nvPr userDrawn="1"/>
        </p:nvSpPr>
        <p:spPr>
          <a:xfrm>
            <a:off x="606291" y="6064500"/>
            <a:ext cx="4617912" cy="307777"/>
          </a:xfrm>
          <a:prstGeom prst="rect">
            <a:avLst/>
          </a:prstGeom>
          <a:noFill/>
        </p:spPr>
        <p:txBody>
          <a:bodyPr wrap="square" rtlCol="0">
            <a:spAutoFit/>
          </a:bodyPr>
          <a:lstStyle/>
          <a:p>
            <a:r>
              <a:rPr lang="en-US" sz="1400" u="sng" dirty="0">
                <a:solidFill>
                  <a:schemeClr val="bg1"/>
                </a:solidFill>
                <a:latin typeface=""/>
                <a:hlinkClick r:id="rId7">
                  <a:extLst>
                    <a:ext uri="{A12FA001-AC4F-418D-AE19-62706E023703}">
                      <ahyp:hlinkClr xmlns:ahyp="http://schemas.microsoft.com/office/drawing/2018/hyperlinkcolor" val="tx"/>
                    </a:ext>
                  </a:extLst>
                </a:hlinkClick>
              </a:rPr>
              <a:t>app.salaitdevelopment.com</a:t>
            </a:r>
            <a:endParaRPr lang="en-US" sz="1400" u="sng" dirty="0">
              <a:solidFill>
                <a:schemeClr val="bg1"/>
              </a:solidFill>
              <a:latin typeface=""/>
            </a:endParaRPr>
          </a:p>
        </p:txBody>
      </p:sp>
    </p:spTree>
    <p:extLst>
      <p:ext uri="{BB962C8B-B14F-4D97-AF65-F5344CB8AC3E}">
        <p14:creationId xmlns:p14="http://schemas.microsoft.com/office/powerpoint/2010/main" val="3022992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01 Slide Layout">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339F32B-FA24-03B9-DAC0-D994ED26794B}"/>
              </a:ext>
            </a:extLst>
          </p:cNvPr>
          <p:cNvSpPr/>
          <p:nvPr userDrawn="1"/>
        </p:nvSpPr>
        <p:spPr>
          <a:xfrm>
            <a:off x="0" y="0"/>
            <a:ext cx="12192000" cy="6858000"/>
          </a:xfrm>
          <a:prstGeom prst="rect">
            <a:avLst/>
          </a:prstGeom>
          <a:solidFill>
            <a:srgbClr val="006EB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33"/>
          </a:p>
        </p:txBody>
      </p:sp>
      <p:grpSp>
        <p:nvGrpSpPr>
          <p:cNvPr id="42" name="Group 41">
            <a:extLst>
              <a:ext uri="{FF2B5EF4-FFF2-40B4-BE49-F238E27FC236}">
                <a16:creationId xmlns:a16="http://schemas.microsoft.com/office/drawing/2014/main" id="{BDDBC540-E41E-72E4-E2D2-17EBB6A6C00C}"/>
              </a:ext>
            </a:extLst>
          </p:cNvPr>
          <p:cNvGrpSpPr/>
          <p:nvPr userDrawn="1"/>
        </p:nvGrpSpPr>
        <p:grpSpPr>
          <a:xfrm>
            <a:off x="-39209" y="6312920"/>
            <a:ext cx="12689647" cy="515789"/>
            <a:chOff x="-29407" y="4724530"/>
            <a:chExt cx="9517235" cy="386842"/>
          </a:xfrm>
        </p:grpSpPr>
        <p:pic>
          <p:nvPicPr>
            <p:cNvPr id="39" name="Graphic 38">
              <a:extLst>
                <a:ext uri="{FF2B5EF4-FFF2-40B4-BE49-F238E27FC236}">
                  <a16:creationId xmlns:a16="http://schemas.microsoft.com/office/drawing/2014/main" id="{EC17D452-255F-2D4F-E136-032E261B30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9407" y="4724530"/>
              <a:ext cx="4743914" cy="386842"/>
            </a:xfrm>
            <a:prstGeom prst="rect">
              <a:avLst/>
            </a:prstGeom>
          </p:spPr>
        </p:pic>
        <p:pic>
          <p:nvPicPr>
            <p:cNvPr id="41" name="Graphic 40">
              <a:extLst>
                <a:ext uri="{FF2B5EF4-FFF2-40B4-BE49-F238E27FC236}">
                  <a16:creationId xmlns:a16="http://schemas.microsoft.com/office/drawing/2014/main" id="{4C03FF98-DF31-EFC5-E206-664F433C12F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743914" y="4724530"/>
              <a:ext cx="4743914" cy="386842"/>
            </a:xfrm>
            <a:prstGeom prst="rect">
              <a:avLst/>
            </a:prstGeom>
          </p:spPr>
        </p:pic>
      </p:grpSp>
      <p:sp>
        <p:nvSpPr>
          <p:cNvPr id="31" name="Rectangle: Rounded Corners 30">
            <a:extLst>
              <a:ext uri="{FF2B5EF4-FFF2-40B4-BE49-F238E27FC236}">
                <a16:creationId xmlns:a16="http://schemas.microsoft.com/office/drawing/2014/main" id="{34DD8F2D-F5BB-AE88-C31A-36B2E7B46732}"/>
              </a:ext>
            </a:extLst>
          </p:cNvPr>
          <p:cNvSpPr/>
          <p:nvPr userDrawn="1"/>
        </p:nvSpPr>
        <p:spPr>
          <a:xfrm>
            <a:off x="317888" y="6303356"/>
            <a:ext cx="693651" cy="33357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p>
        </p:txBody>
      </p:sp>
      <p:grpSp>
        <p:nvGrpSpPr>
          <p:cNvPr id="44" name="Group 43">
            <a:extLst>
              <a:ext uri="{FF2B5EF4-FFF2-40B4-BE49-F238E27FC236}">
                <a16:creationId xmlns:a16="http://schemas.microsoft.com/office/drawing/2014/main" id="{C383FF56-2E67-4C85-F4AE-939E87DCFA76}"/>
              </a:ext>
            </a:extLst>
          </p:cNvPr>
          <p:cNvGrpSpPr/>
          <p:nvPr userDrawn="1"/>
        </p:nvGrpSpPr>
        <p:grpSpPr>
          <a:xfrm>
            <a:off x="7046848" y="6172759"/>
            <a:ext cx="7082325" cy="624227"/>
            <a:chOff x="5285136" y="4310323"/>
            <a:chExt cx="5311744" cy="468170"/>
          </a:xfrm>
        </p:grpSpPr>
        <p:sp>
          <p:nvSpPr>
            <p:cNvPr id="45" name="Freeform 39">
              <a:extLst>
                <a:ext uri="{FF2B5EF4-FFF2-40B4-BE49-F238E27FC236}">
                  <a16:creationId xmlns:a16="http://schemas.microsoft.com/office/drawing/2014/main" id="{E719884A-0563-31E8-54B2-798D18A386B3}"/>
                </a:ext>
              </a:extLst>
            </p:cNvPr>
            <p:cNvSpPr/>
            <p:nvPr userDrawn="1"/>
          </p:nvSpPr>
          <p:spPr>
            <a:xfrm rot="10800000" flipH="1" flipV="1">
              <a:off x="6138862" y="4658911"/>
              <a:ext cx="151425" cy="119582"/>
            </a:xfrm>
            <a:custGeom>
              <a:avLst/>
              <a:gdLst/>
              <a:ahLst/>
              <a:cxnLst/>
              <a:rect l="l" t="t" r="r" b="b"/>
              <a:pathLst>
                <a:path w="98375" h="77688">
                  <a:moveTo>
                    <a:pt x="78134" y="0"/>
                  </a:moveTo>
                  <a:lnTo>
                    <a:pt x="98375" y="11757"/>
                  </a:lnTo>
                  <a:cubicBezTo>
                    <a:pt x="89842" y="25251"/>
                    <a:pt x="85427" y="38943"/>
                    <a:pt x="85129" y="52834"/>
                  </a:cubicBezTo>
                  <a:lnTo>
                    <a:pt x="85129" y="77688"/>
                  </a:lnTo>
                  <a:lnTo>
                    <a:pt x="51048" y="77688"/>
                  </a:lnTo>
                  <a:lnTo>
                    <a:pt x="51048" y="55364"/>
                  </a:lnTo>
                  <a:cubicBezTo>
                    <a:pt x="51048" y="46037"/>
                    <a:pt x="53652" y="36090"/>
                    <a:pt x="58861" y="25524"/>
                  </a:cubicBezTo>
                  <a:cubicBezTo>
                    <a:pt x="64070" y="14957"/>
                    <a:pt x="70494" y="6449"/>
                    <a:pt x="78134" y="0"/>
                  </a:cubicBezTo>
                  <a:close/>
                  <a:moveTo>
                    <a:pt x="27086" y="0"/>
                  </a:moveTo>
                  <a:lnTo>
                    <a:pt x="47327" y="11757"/>
                  </a:lnTo>
                  <a:cubicBezTo>
                    <a:pt x="38794" y="25251"/>
                    <a:pt x="34379" y="38943"/>
                    <a:pt x="34081" y="52834"/>
                  </a:cubicBezTo>
                  <a:lnTo>
                    <a:pt x="34081" y="77688"/>
                  </a:lnTo>
                  <a:lnTo>
                    <a:pt x="0" y="77688"/>
                  </a:lnTo>
                  <a:lnTo>
                    <a:pt x="0" y="55364"/>
                  </a:lnTo>
                  <a:cubicBezTo>
                    <a:pt x="0" y="46037"/>
                    <a:pt x="2604" y="36090"/>
                    <a:pt x="7813" y="25524"/>
                  </a:cubicBezTo>
                  <a:cubicBezTo>
                    <a:pt x="13022" y="14957"/>
                    <a:pt x="19446" y="6449"/>
                    <a:pt x="27086" y="0"/>
                  </a:cubicBezTo>
                  <a:close/>
                </a:path>
              </a:pathLst>
            </a:custGeom>
            <a:solidFill>
              <a:srgbClr val="006EB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a:p>
          </p:txBody>
        </p:sp>
        <p:grpSp>
          <p:nvGrpSpPr>
            <p:cNvPr id="46" name="Group 45">
              <a:extLst>
                <a:ext uri="{FF2B5EF4-FFF2-40B4-BE49-F238E27FC236}">
                  <a16:creationId xmlns:a16="http://schemas.microsoft.com/office/drawing/2014/main" id="{0CEFFDDC-8FB3-4C51-2765-0203337A6E07}"/>
                </a:ext>
              </a:extLst>
            </p:cNvPr>
            <p:cNvGrpSpPr/>
            <p:nvPr userDrawn="1"/>
          </p:nvGrpSpPr>
          <p:grpSpPr>
            <a:xfrm>
              <a:off x="5285136" y="4310323"/>
              <a:ext cx="5311744" cy="404831"/>
              <a:chOff x="631856" y="3548776"/>
              <a:chExt cx="5311744" cy="404831"/>
            </a:xfrm>
          </p:grpSpPr>
          <p:sp>
            <p:nvSpPr>
              <p:cNvPr id="47" name="Rectangle 46">
                <a:extLst>
                  <a:ext uri="{FF2B5EF4-FFF2-40B4-BE49-F238E27FC236}">
                    <a16:creationId xmlns:a16="http://schemas.microsoft.com/office/drawing/2014/main" id="{CF68C89C-F478-8C0A-B310-6C8A0E09293C}"/>
                  </a:ext>
                </a:extLst>
              </p:cNvPr>
              <p:cNvSpPr/>
              <p:nvPr/>
            </p:nvSpPr>
            <p:spPr>
              <a:xfrm>
                <a:off x="902168" y="3638136"/>
                <a:ext cx="5041432" cy="315471"/>
              </a:xfrm>
              <a:prstGeom prst="rect">
                <a:avLst/>
              </a:prstGeom>
            </p:spPr>
            <p:txBody>
              <a:bodyPr wrap="square" anchor="ctr">
                <a:spAutoFit/>
              </a:bodyPr>
              <a:lstStyle/>
              <a:p>
                <a:pPr>
                  <a:lnSpc>
                    <a:spcPct val="150000"/>
                  </a:lnSpc>
                </a:pPr>
                <a:r>
                  <a:rPr lang="en-ID" sz="1600" b="1" dirty="0">
                    <a:solidFill>
                      <a:schemeClr val="bg1"/>
                    </a:solidFill>
                    <a:latin typeface="Roboto" panose="02000000000000000000" pitchFamily="2" charset="0"/>
                    <a:ea typeface="Roboto" panose="02000000000000000000" pitchFamily="2" charset="0"/>
                  </a:rPr>
                  <a:t>UNLOCK YOUR POTENTIAL</a:t>
                </a:r>
              </a:p>
            </p:txBody>
          </p:sp>
          <p:sp>
            <p:nvSpPr>
              <p:cNvPr id="48" name="Freeform 39">
                <a:extLst>
                  <a:ext uri="{FF2B5EF4-FFF2-40B4-BE49-F238E27FC236}">
                    <a16:creationId xmlns:a16="http://schemas.microsoft.com/office/drawing/2014/main" id="{4AABAAF1-C15F-40FF-3799-BF7043C1EE5A}"/>
                  </a:ext>
                </a:extLst>
              </p:cNvPr>
              <p:cNvSpPr/>
              <p:nvPr/>
            </p:nvSpPr>
            <p:spPr>
              <a:xfrm rot="10800000" flipH="1" flipV="1">
                <a:off x="631856" y="3548776"/>
                <a:ext cx="298720" cy="235903"/>
              </a:xfrm>
              <a:custGeom>
                <a:avLst/>
                <a:gdLst/>
                <a:ahLst/>
                <a:cxnLst/>
                <a:rect l="l" t="t" r="r" b="b"/>
                <a:pathLst>
                  <a:path w="98375" h="77688">
                    <a:moveTo>
                      <a:pt x="78134" y="0"/>
                    </a:moveTo>
                    <a:lnTo>
                      <a:pt x="98375" y="11757"/>
                    </a:lnTo>
                    <a:cubicBezTo>
                      <a:pt x="89842" y="25251"/>
                      <a:pt x="85427" y="38943"/>
                      <a:pt x="85129" y="52834"/>
                    </a:cubicBezTo>
                    <a:lnTo>
                      <a:pt x="85129" y="77688"/>
                    </a:lnTo>
                    <a:lnTo>
                      <a:pt x="51048" y="77688"/>
                    </a:lnTo>
                    <a:lnTo>
                      <a:pt x="51048" y="55364"/>
                    </a:lnTo>
                    <a:cubicBezTo>
                      <a:pt x="51048" y="46037"/>
                      <a:pt x="53652" y="36090"/>
                      <a:pt x="58861" y="25524"/>
                    </a:cubicBezTo>
                    <a:cubicBezTo>
                      <a:pt x="64070" y="14957"/>
                      <a:pt x="70494" y="6449"/>
                      <a:pt x="78134" y="0"/>
                    </a:cubicBezTo>
                    <a:close/>
                    <a:moveTo>
                      <a:pt x="27086" y="0"/>
                    </a:moveTo>
                    <a:lnTo>
                      <a:pt x="47327" y="11757"/>
                    </a:lnTo>
                    <a:cubicBezTo>
                      <a:pt x="38794" y="25251"/>
                      <a:pt x="34379" y="38943"/>
                      <a:pt x="34081" y="52834"/>
                    </a:cubicBezTo>
                    <a:lnTo>
                      <a:pt x="34081" y="77688"/>
                    </a:lnTo>
                    <a:lnTo>
                      <a:pt x="0" y="77688"/>
                    </a:lnTo>
                    <a:lnTo>
                      <a:pt x="0" y="55364"/>
                    </a:lnTo>
                    <a:cubicBezTo>
                      <a:pt x="0" y="46037"/>
                      <a:pt x="2604" y="36090"/>
                      <a:pt x="7813" y="25524"/>
                    </a:cubicBezTo>
                    <a:cubicBezTo>
                      <a:pt x="13022" y="14957"/>
                      <a:pt x="19446" y="6449"/>
                      <a:pt x="2708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grpSp>
      </p:grpSp>
      <p:pic>
        <p:nvPicPr>
          <p:cNvPr id="13" name="Picture 12">
            <a:extLst>
              <a:ext uri="{FF2B5EF4-FFF2-40B4-BE49-F238E27FC236}">
                <a16:creationId xmlns:a16="http://schemas.microsoft.com/office/drawing/2014/main" id="{D7C6C6BE-99A3-D24A-BF88-988270FC2824}"/>
              </a:ext>
            </a:extLst>
          </p:cNvPr>
          <p:cNvPicPr>
            <a:picLocks noChangeAspect="1"/>
          </p:cNvPicPr>
          <p:nvPr userDrawn="1"/>
        </p:nvPicPr>
        <p:blipFill>
          <a:blip r:embed="rId4"/>
          <a:stretch>
            <a:fillRect/>
          </a:stretch>
        </p:blipFill>
        <p:spPr>
          <a:xfrm>
            <a:off x="5410200" y="177733"/>
            <a:ext cx="1371600" cy="1371600"/>
          </a:xfrm>
          <a:prstGeom prst="rect">
            <a:avLst/>
          </a:prstGeom>
        </p:spPr>
      </p:pic>
    </p:spTree>
    <p:extLst>
      <p:ext uri="{BB962C8B-B14F-4D97-AF65-F5344CB8AC3E}">
        <p14:creationId xmlns:p14="http://schemas.microsoft.com/office/powerpoint/2010/main" val="2981498802"/>
      </p:ext>
    </p:extLst>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1 Slide Layout">
    <p:spTree>
      <p:nvGrpSpPr>
        <p:cNvPr id="1" name=""/>
        <p:cNvGrpSpPr/>
        <p:nvPr/>
      </p:nvGrpSpPr>
      <p:grpSpPr>
        <a:xfrm>
          <a:off x="0" y="0"/>
          <a:ext cx="0" cy="0"/>
          <a:chOff x="0" y="0"/>
          <a:chExt cx="0" cy="0"/>
        </a:xfrm>
      </p:grpSpPr>
      <p:sp>
        <p:nvSpPr>
          <p:cNvPr id="8" name="Freeform 2">
            <a:extLst>
              <a:ext uri="{FF2B5EF4-FFF2-40B4-BE49-F238E27FC236}">
                <a16:creationId xmlns:a16="http://schemas.microsoft.com/office/drawing/2014/main" id="{941CAF20-EE72-A778-4B44-B1757F8CBB64}"/>
              </a:ext>
            </a:extLst>
          </p:cNvPr>
          <p:cNvSpPr/>
          <p:nvPr userDrawn="1"/>
        </p:nvSpPr>
        <p:spPr>
          <a:xfrm flipH="1" flipV="1">
            <a:off x="-6" y="-5"/>
            <a:ext cx="3747063" cy="1290324"/>
          </a:xfrm>
          <a:custGeom>
            <a:avLst/>
            <a:gdLst>
              <a:gd name="connsiteX0" fmla="*/ 1200000 w 3176352"/>
              <a:gd name="connsiteY0" fmla="*/ 0 h 1200000"/>
              <a:gd name="connsiteX1" fmla="*/ 1332327 w 3176352"/>
              <a:gd name="connsiteY1" fmla="*/ 0 h 1200000"/>
              <a:gd name="connsiteX2" fmla="*/ 3176352 w 3176352"/>
              <a:gd name="connsiteY2" fmla="*/ 0 h 1200000"/>
              <a:gd name="connsiteX3" fmla="*/ 3176352 w 3176352"/>
              <a:gd name="connsiteY3" fmla="*/ 1200000 h 1200000"/>
              <a:gd name="connsiteX4" fmla="*/ 0 w 3176352"/>
              <a:gd name="connsiteY4" fmla="*/ 1200000 h 120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76352" h="1200000">
                <a:moveTo>
                  <a:pt x="1200000" y="0"/>
                </a:moveTo>
                <a:lnTo>
                  <a:pt x="1332327" y="0"/>
                </a:lnTo>
                <a:lnTo>
                  <a:pt x="3176352" y="0"/>
                </a:lnTo>
                <a:lnTo>
                  <a:pt x="3176352" y="1200000"/>
                </a:lnTo>
                <a:lnTo>
                  <a:pt x="0" y="120000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grpSp>
        <p:nvGrpSpPr>
          <p:cNvPr id="22" name="Group 21">
            <a:extLst>
              <a:ext uri="{FF2B5EF4-FFF2-40B4-BE49-F238E27FC236}">
                <a16:creationId xmlns:a16="http://schemas.microsoft.com/office/drawing/2014/main" id="{836A8669-B186-8FF7-E3DE-94923EEC49A8}"/>
              </a:ext>
            </a:extLst>
          </p:cNvPr>
          <p:cNvGrpSpPr/>
          <p:nvPr userDrawn="1"/>
        </p:nvGrpSpPr>
        <p:grpSpPr>
          <a:xfrm>
            <a:off x="1" y="-9779"/>
            <a:ext cx="12211607" cy="1169323"/>
            <a:chOff x="0" y="133601"/>
            <a:chExt cx="9158705" cy="876992"/>
          </a:xfrm>
        </p:grpSpPr>
        <p:sp>
          <p:nvSpPr>
            <p:cNvPr id="9" name="Freeform 3">
              <a:extLst>
                <a:ext uri="{FF2B5EF4-FFF2-40B4-BE49-F238E27FC236}">
                  <a16:creationId xmlns:a16="http://schemas.microsoft.com/office/drawing/2014/main" id="{925A801B-4068-F473-F6FA-B4689D3BA85E}"/>
                </a:ext>
              </a:extLst>
            </p:cNvPr>
            <p:cNvSpPr/>
            <p:nvPr userDrawn="1"/>
          </p:nvSpPr>
          <p:spPr>
            <a:xfrm>
              <a:off x="0" y="133601"/>
              <a:ext cx="6545649" cy="876992"/>
            </a:xfrm>
            <a:custGeom>
              <a:avLst/>
              <a:gdLst>
                <a:gd name="connsiteX0" fmla="*/ 0 w 9005306"/>
                <a:gd name="connsiteY0" fmla="*/ 0 h 1206539"/>
                <a:gd name="connsiteX1" fmla="*/ 9005306 w 9005306"/>
                <a:gd name="connsiteY1" fmla="*/ 0 h 1206539"/>
                <a:gd name="connsiteX2" fmla="*/ 7798768 w 9005306"/>
                <a:gd name="connsiteY2" fmla="*/ 1206539 h 1206539"/>
                <a:gd name="connsiteX3" fmla="*/ 0 w 9005306"/>
                <a:gd name="connsiteY3" fmla="*/ 1206539 h 1206539"/>
              </a:gdLst>
              <a:ahLst/>
              <a:cxnLst>
                <a:cxn ang="0">
                  <a:pos x="connsiteX0" y="connsiteY0"/>
                </a:cxn>
                <a:cxn ang="0">
                  <a:pos x="connsiteX1" y="connsiteY1"/>
                </a:cxn>
                <a:cxn ang="0">
                  <a:pos x="connsiteX2" y="connsiteY2"/>
                </a:cxn>
                <a:cxn ang="0">
                  <a:pos x="connsiteX3" y="connsiteY3"/>
                </a:cxn>
              </a:cxnLst>
              <a:rect l="l" t="t" r="r" b="b"/>
              <a:pathLst>
                <a:path w="9005306" h="1206539">
                  <a:moveTo>
                    <a:pt x="0" y="0"/>
                  </a:moveTo>
                  <a:lnTo>
                    <a:pt x="9005306" y="0"/>
                  </a:lnTo>
                  <a:lnTo>
                    <a:pt x="7798768" y="1206539"/>
                  </a:lnTo>
                  <a:lnTo>
                    <a:pt x="0" y="1206539"/>
                  </a:lnTo>
                  <a:close/>
                </a:path>
              </a:pathLst>
            </a:custGeom>
            <a:solidFill>
              <a:srgbClr val="006E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Freeform 5">
              <a:extLst>
                <a:ext uri="{FF2B5EF4-FFF2-40B4-BE49-F238E27FC236}">
                  <a16:creationId xmlns:a16="http://schemas.microsoft.com/office/drawing/2014/main" id="{86E659EA-39FC-42A2-CA72-7F84036AB274}"/>
                </a:ext>
              </a:extLst>
            </p:cNvPr>
            <p:cNvSpPr/>
            <p:nvPr userDrawn="1"/>
          </p:nvSpPr>
          <p:spPr>
            <a:xfrm>
              <a:off x="6545648" y="133601"/>
              <a:ext cx="2613057" cy="872239"/>
            </a:xfrm>
            <a:custGeom>
              <a:avLst/>
              <a:gdLst>
                <a:gd name="connsiteX0" fmla="*/ 0 w 3735355"/>
                <a:gd name="connsiteY0" fmla="*/ 872239 h 872239"/>
                <a:gd name="connsiteX1" fmla="*/ 878458 w 3735355"/>
                <a:gd name="connsiteY1" fmla="*/ 0 h 872239"/>
                <a:gd name="connsiteX2" fmla="*/ 3735355 w 3735355"/>
                <a:gd name="connsiteY2" fmla="*/ 0 h 872239"/>
                <a:gd name="connsiteX3" fmla="*/ 2856897 w 3735355"/>
                <a:gd name="connsiteY3" fmla="*/ 872239 h 872239"/>
                <a:gd name="connsiteX4" fmla="*/ 0 w 3735355"/>
                <a:gd name="connsiteY4" fmla="*/ 872239 h 872239"/>
                <a:gd name="connsiteX0" fmla="*/ 0 w 2856897"/>
                <a:gd name="connsiteY0" fmla="*/ 872239 h 872239"/>
                <a:gd name="connsiteX1" fmla="*/ 878458 w 2856897"/>
                <a:gd name="connsiteY1" fmla="*/ 0 h 872239"/>
                <a:gd name="connsiteX2" fmla="*/ 2597435 w 2856897"/>
                <a:gd name="connsiteY2" fmla="*/ 30480 h 872239"/>
                <a:gd name="connsiteX3" fmla="*/ 2856897 w 2856897"/>
                <a:gd name="connsiteY3" fmla="*/ 872239 h 872239"/>
                <a:gd name="connsiteX4" fmla="*/ 0 w 2856897"/>
                <a:gd name="connsiteY4" fmla="*/ 872239 h 872239"/>
                <a:gd name="connsiteX0" fmla="*/ 0 w 2613057"/>
                <a:gd name="connsiteY0" fmla="*/ 872239 h 872239"/>
                <a:gd name="connsiteX1" fmla="*/ 878458 w 2613057"/>
                <a:gd name="connsiteY1" fmla="*/ 0 h 872239"/>
                <a:gd name="connsiteX2" fmla="*/ 2597435 w 2613057"/>
                <a:gd name="connsiteY2" fmla="*/ 30480 h 872239"/>
                <a:gd name="connsiteX3" fmla="*/ 2613057 w 2613057"/>
                <a:gd name="connsiteY3" fmla="*/ 862079 h 872239"/>
                <a:gd name="connsiteX4" fmla="*/ 0 w 2613057"/>
                <a:gd name="connsiteY4" fmla="*/ 872239 h 872239"/>
                <a:gd name="connsiteX0" fmla="*/ 0 w 2617755"/>
                <a:gd name="connsiteY0" fmla="*/ 872239 h 872239"/>
                <a:gd name="connsiteX1" fmla="*/ 878458 w 2617755"/>
                <a:gd name="connsiteY1" fmla="*/ 0 h 872239"/>
                <a:gd name="connsiteX2" fmla="*/ 2617755 w 2617755"/>
                <a:gd name="connsiteY2" fmla="*/ 20320 h 872239"/>
                <a:gd name="connsiteX3" fmla="*/ 2613057 w 2617755"/>
                <a:gd name="connsiteY3" fmla="*/ 862079 h 872239"/>
                <a:gd name="connsiteX4" fmla="*/ 0 w 2617755"/>
                <a:gd name="connsiteY4" fmla="*/ 872239 h 872239"/>
                <a:gd name="connsiteX0" fmla="*/ 0 w 2613057"/>
                <a:gd name="connsiteY0" fmla="*/ 872239 h 872239"/>
                <a:gd name="connsiteX1" fmla="*/ 878458 w 2613057"/>
                <a:gd name="connsiteY1" fmla="*/ 0 h 872239"/>
                <a:gd name="connsiteX2" fmla="*/ 2607595 w 2613057"/>
                <a:gd name="connsiteY2" fmla="*/ 0 h 872239"/>
                <a:gd name="connsiteX3" fmla="*/ 2613057 w 2613057"/>
                <a:gd name="connsiteY3" fmla="*/ 862079 h 872239"/>
                <a:gd name="connsiteX4" fmla="*/ 0 w 2613057"/>
                <a:gd name="connsiteY4" fmla="*/ 872239 h 872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3057" h="872239">
                  <a:moveTo>
                    <a:pt x="0" y="872239"/>
                  </a:moveTo>
                  <a:lnTo>
                    <a:pt x="878458" y="0"/>
                  </a:lnTo>
                  <a:lnTo>
                    <a:pt x="2607595" y="0"/>
                  </a:lnTo>
                  <a:cubicBezTo>
                    <a:pt x="2609416" y="287360"/>
                    <a:pt x="2611236" y="574719"/>
                    <a:pt x="2613057" y="862079"/>
                  </a:cubicBezTo>
                  <a:lnTo>
                    <a:pt x="0" y="872239"/>
                  </a:lnTo>
                  <a:close/>
                </a:path>
              </a:pathLst>
            </a:custGeom>
            <a:solidFill>
              <a:srgbClr val="006E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grpSp>
      <p:grpSp>
        <p:nvGrpSpPr>
          <p:cNvPr id="3" name="Group 2">
            <a:extLst>
              <a:ext uri="{FF2B5EF4-FFF2-40B4-BE49-F238E27FC236}">
                <a16:creationId xmlns:a16="http://schemas.microsoft.com/office/drawing/2014/main" id="{67DE05EC-2409-5C35-8B20-53DE5AD13B35}"/>
              </a:ext>
            </a:extLst>
          </p:cNvPr>
          <p:cNvGrpSpPr/>
          <p:nvPr userDrawn="1"/>
        </p:nvGrpSpPr>
        <p:grpSpPr>
          <a:xfrm>
            <a:off x="389890" y="6132074"/>
            <a:ext cx="11412221" cy="602803"/>
            <a:chOff x="292417" y="4599053"/>
            <a:chExt cx="8559166" cy="452102"/>
          </a:xfrm>
        </p:grpSpPr>
        <p:grpSp>
          <p:nvGrpSpPr>
            <p:cNvPr id="4" name="Group 3">
              <a:extLst>
                <a:ext uri="{FF2B5EF4-FFF2-40B4-BE49-F238E27FC236}">
                  <a16:creationId xmlns:a16="http://schemas.microsoft.com/office/drawing/2014/main" id="{A1FEBE89-CFE5-65B3-650A-D5B1B3AB2D3D}"/>
                </a:ext>
              </a:extLst>
            </p:cNvPr>
            <p:cNvGrpSpPr/>
            <p:nvPr userDrawn="1"/>
          </p:nvGrpSpPr>
          <p:grpSpPr>
            <a:xfrm>
              <a:off x="292417" y="4599053"/>
              <a:ext cx="8559166" cy="250180"/>
              <a:chOff x="292417" y="4491948"/>
              <a:chExt cx="8559166" cy="250180"/>
            </a:xfrm>
          </p:grpSpPr>
          <p:cxnSp>
            <p:nvCxnSpPr>
              <p:cNvPr id="14" name="Straight Connector 13">
                <a:extLst>
                  <a:ext uri="{FF2B5EF4-FFF2-40B4-BE49-F238E27FC236}">
                    <a16:creationId xmlns:a16="http://schemas.microsoft.com/office/drawing/2014/main" id="{A03D3430-8763-6DE6-63D3-547F54271ABA}"/>
                  </a:ext>
                </a:extLst>
              </p:cNvPr>
              <p:cNvCxnSpPr>
                <a:cxnSpLocks/>
              </p:cNvCxnSpPr>
              <p:nvPr userDrawn="1"/>
            </p:nvCxnSpPr>
            <p:spPr>
              <a:xfrm>
                <a:off x="292417" y="4598203"/>
                <a:ext cx="8393344" cy="18835"/>
              </a:xfrm>
              <a:prstGeom prst="line">
                <a:avLst/>
              </a:prstGeom>
              <a:ln>
                <a:solidFill>
                  <a:srgbClr val="006EB4"/>
                </a:solidFill>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FAD3C87E-882C-3B9F-F67B-72A6FA773CDB}"/>
                  </a:ext>
                </a:extLst>
              </p:cNvPr>
              <p:cNvSpPr/>
              <p:nvPr userDrawn="1"/>
            </p:nvSpPr>
            <p:spPr>
              <a:xfrm>
                <a:off x="8331345" y="4491948"/>
                <a:ext cx="520238" cy="250180"/>
              </a:xfrm>
              <a:prstGeom prst="roundRect">
                <a:avLst/>
              </a:prstGeom>
              <a:solidFill>
                <a:srgbClr val="006EB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grpSp>
        <p:grpSp>
          <p:nvGrpSpPr>
            <p:cNvPr id="5" name="Group 4">
              <a:extLst>
                <a:ext uri="{FF2B5EF4-FFF2-40B4-BE49-F238E27FC236}">
                  <a16:creationId xmlns:a16="http://schemas.microsoft.com/office/drawing/2014/main" id="{E4F5A7B5-A3AE-6297-88EB-934C28E43CBE}"/>
                </a:ext>
              </a:extLst>
            </p:cNvPr>
            <p:cNvGrpSpPr/>
            <p:nvPr userDrawn="1"/>
          </p:nvGrpSpPr>
          <p:grpSpPr>
            <a:xfrm>
              <a:off x="292417" y="4735684"/>
              <a:ext cx="5208078" cy="315471"/>
              <a:chOff x="648318" y="3617335"/>
              <a:chExt cx="5208078" cy="315471"/>
            </a:xfrm>
          </p:grpSpPr>
          <p:sp>
            <p:nvSpPr>
              <p:cNvPr id="6" name="Rectangle 5">
                <a:extLst>
                  <a:ext uri="{FF2B5EF4-FFF2-40B4-BE49-F238E27FC236}">
                    <a16:creationId xmlns:a16="http://schemas.microsoft.com/office/drawing/2014/main" id="{58174C11-C320-0E58-A507-F4C5337EA663}"/>
                  </a:ext>
                </a:extLst>
              </p:cNvPr>
              <p:cNvSpPr/>
              <p:nvPr/>
            </p:nvSpPr>
            <p:spPr>
              <a:xfrm>
                <a:off x="814964" y="3617335"/>
                <a:ext cx="5041432" cy="315471"/>
              </a:xfrm>
              <a:prstGeom prst="rect">
                <a:avLst/>
              </a:prstGeom>
            </p:spPr>
            <p:txBody>
              <a:bodyPr wrap="square" anchor="ctr">
                <a:spAutoFit/>
              </a:bodyPr>
              <a:lstStyle/>
              <a:p>
                <a:pPr>
                  <a:lnSpc>
                    <a:spcPct val="150000"/>
                  </a:lnSpc>
                </a:pPr>
                <a:r>
                  <a:rPr lang="en-ID" sz="1600" b="1" dirty="0">
                    <a:solidFill>
                      <a:srgbClr val="006EB4"/>
                    </a:solidFill>
                    <a:latin typeface="Roboto" panose="02000000000000000000" pitchFamily="2" charset="0"/>
                    <a:ea typeface="Roboto" panose="02000000000000000000" pitchFamily="2" charset="0"/>
                  </a:rPr>
                  <a:t>UNLOCK YOUR POTENTIAL</a:t>
                </a:r>
              </a:p>
            </p:txBody>
          </p:sp>
          <p:sp>
            <p:nvSpPr>
              <p:cNvPr id="7" name="Freeform 39">
                <a:extLst>
                  <a:ext uri="{FF2B5EF4-FFF2-40B4-BE49-F238E27FC236}">
                    <a16:creationId xmlns:a16="http://schemas.microsoft.com/office/drawing/2014/main" id="{97F964A0-0112-F128-2286-F470F03DF869}"/>
                  </a:ext>
                </a:extLst>
              </p:cNvPr>
              <p:cNvSpPr/>
              <p:nvPr/>
            </p:nvSpPr>
            <p:spPr>
              <a:xfrm rot="10800000" flipH="1" flipV="1">
                <a:off x="648318" y="3661461"/>
                <a:ext cx="192481" cy="152005"/>
              </a:xfrm>
              <a:custGeom>
                <a:avLst/>
                <a:gdLst/>
                <a:ahLst/>
                <a:cxnLst/>
                <a:rect l="l" t="t" r="r" b="b"/>
                <a:pathLst>
                  <a:path w="98375" h="77688">
                    <a:moveTo>
                      <a:pt x="78134" y="0"/>
                    </a:moveTo>
                    <a:lnTo>
                      <a:pt x="98375" y="11757"/>
                    </a:lnTo>
                    <a:cubicBezTo>
                      <a:pt x="89842" y="25251"/>
                      <a:pt x="85427" y="38943"/>
                      <a:pt x="85129" y="52834"/>
                    </a:cubicBezTo>
                    <a:lnTo>
                      <a:pt x="85129" y="77688"/>
                    </a:lnTo>
                    <a:lnTo>
                      <a:pt x="51048" y="77688"/>
                    </a:lnTo>
                    <a:lnTo>
                      <a:pt x="51048" y="55364"/>
                    </a:lnTo>
                    <a:cubicBezTo>
                      <a:pt x="51048" y="46037"/>
                      <a:pt x="53652" y="36090"/>
                      <a:pt x="58861" y="25524"/>
                    </a:cubicBezTo>
                    <a:cubicBezTo>
                      <a:pt x="64070" y="14957"/>
                      <a:pt x="70494" y="6449"/>
                      <a:pt x="78134" y="0"/>
                    </a:cubicBezTo>
                    <a:close/>
                    <a:moveTo>
                      <a:pt x="27086" y="0"/>
                    </a:moveTo>
                    <a:lnTo>
                      <a:pt x="47327" y="11757"/>
                    </a:lnTo>
                    <a:cubicBezTo>
                      <a:pt x="38794" y="25251"/>
                      <a:pt x="34379" y="38943"/>
                      <a:pt x="34081" y="52834"/>
                    </a:cubicBezTo>
                    <a:lnTo>
                      <a:pt x="34081" y="77688"/>
                    </a:lnTo>
                    <a:lnTo>
                      <a:pt x="0" y="77688"/>
                    </a:lnTo>
                    <a:lnTo>
                      <a:pt x="0" y="55364"/>
                    </a:lnTo>
                    <a:cubicBezTo>
                      <a:pt x="0" y="46037"/>
                      <a:pt x="2604" y="36090"/>
                      <a:pt x="7813" y="25524"/>
                    </a:cubicBezTo>
                    <a:cubicBezTo>
                      <a:pt x="13022" y="14957"/>
                      <a:pt x="19446" y="6449"/>
                      <a:pt x="27086" y="0"/>
                    </a:cubicBezTo>
                    <a:close/>
                  </a:path>
                </a:pathLst>
              </a:custGeom>
              <a:solidFill>
                <a:srgbClr val="006EB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grpSp>
      </p:grpSp>
      <p:pic>
        <p:nvPicPr>
          <p:cNvPr id="15" name="Picture 14">
            <a:extLst>
              <a:ext uri="{FF2B5EF4-FFF2-40B4-BE49-F238E27FC236}">
                <a16:creationId xmlns:a16="http://schemas.microsoft.com/office/drawing/2014/main" id="{116A24CD-A0C0-0D46-940D-A4F8F83AB77A}"/>
              </a:ext>
            </a:extLst>
          </p:cNvPr>
          <p:cNvPicPr>
            <a:picLocks noChangeAspect="1"/>
          </p:cNvPicPr>
          <p:nvPr userDrawn="1"/>
        </p:nvPicPr>
        <p:blipFill>
          <a:blip r:embed="rId2"/>
          <a:stretch>
            <a:fillRect/>
          </a:stretch>
        </p:blipFill>
        <p:spPr>
          <a:xfrm>
            <a:off x="11054147" y="10499"/>
            <a:ext cx="1097280" cy="1097280"/>
          </a:xfrm>
          <a:prstGeom prst="rect">
            <a:avLst/>
          </a:prstGeom>
        </p:spPr>
      </p:pic>
      <p:sp>
        <p:nvSpPr>
          <p:cNvPr id="2" name="TextBox 1">
            <a:extLst>
              <a:ext uri="{FF2B5EF4-FFF2-40B4-BE49-F238E27FC236}">
                <a16:creationId xmlns:a16="http://schemas.microsoft.com/office/drawing/2014/main" id="{7175AB2A-6311-D740-8059-778CA8B1268C}"/>
              </a:ext>
            </a:extLst>
          </p:cNvPr>
          <p:cNvSpPr txBox="1"/>
          <p:nvPr userDrawn="1"/>
        </p:nvSpPr>
        <p:spPr>
          <a:xfrm>
            <a:off x="8737600" y="986971"/>
            <a:ext cx="184731" cy="369332"/>
          </a:xfrm>
          <a:prstGeom prst="rect">
            <a:avLst/>
          </a:prstGeom>
          <a:noFill/>
        </p:spPr>
        <p:txBody>
          <a:bodyPr wrap="none" rtlCol="0">
            <a:spAutoFit/>
          </a:bodyPr>
          <a:lstStyle/>
          <a:p>
            <a:endParaRPr lang="en-US" dirty="0"/>
          </a:p>
        </p:txBody>
      </p:sp>
      <p:sp>
        <p:nvSpPr>
          <p:cNvPr id="19" name="Freeform 4">
            <a:extLst>
              <a:ext uri="{FF2B5EF4-FFF2-40B4-BE49-F238E27FC236}">
                <a16:creationId xmlns:a16="http://schemas.microsoft.com/office/drawing/2014/main" id="{1B580907-4F56-5448-A07A-C77C50C473B0}"/>
              </a:ext>
            </a:extLst>
          </p:cNvPr>
          <p:cNvSpPr/>
          <p:nvPr userDrawn="1"/>
        </p:nvSpPr>
        <p:spPr>
          <a:xfrm>
            <a:off x="7794382" y="2314"/>
            <a:ext cx="1783459" cy="1169323"/>
          </a:xfrm>
          <a:custGeom>
            <a:avLst/>
            <a:gdLst>
              <a:gd name="connsiteX0" fmla="*/ 1206539 w 1840221"/>
              <a:gd name="connsiteY0" fmla="*/ 0 h 1206539"/>
              <a:gd name="connsiteX1" fmla="*/ 1840221 w 1840221"/>
              <a:gd name="connsiteY1" fmla="*/ 0 h 1206539"/>
              <a:gd name="connsiteX2" fmla="*/ 633682 w 1840221"/>
              <a:gd name="connsiteY2" fmla="*/ 1206539 h 1206539"/>
              <a:gd name="connsiteX3" fmla="*/ 0 w 1840221"/>
              <a:gd name="connsiteY3" fmla="*/ 1206539 h 1206539"/>
            </a:gdLst>
            <a:ahLst/>
            <a:cxnLst>
              <a:cxn ang="0">
                <a:pos x="connsiteX0" y="connsiteY0"/>
              </a:cxn>
              <a:cxn ang="0">
                <a:pos x="connsiteX1" y="connsiteY1"/>
              </a:cxn>
              <a:cxn ang="0">
                <a:pos x="connsiteX2" y="connsiteY2"/>
              </a:cxn>
              <a:cxn ang="0">
                <a:pos x="connsiteX3" y="connsiteY3"/>
              </a:cxn>
            </a:cxnLst>
            <a:rect l="l" t="t" r="r" b="b"/>
            <a:pathLst>
              <a:path w="1840221" h="1206539">
                <a:moveTo>
                  <a:pt x="1206539" y="0"/>
                </a:moveTo>
                <a:lnTo>
                  <a:pt x="1840221" y="0"/>
                </a:lnTo>
                <a:lnTo>
                  <a:pt x="633682" y="1206539"/>
                </a:lnTo>
                <a:lnTo>
                  <a:pt x="0" y="1206539"/>
                </a:lnTo>
                <a:close/>
              </a:path>
            </a:pathLst>
          </a:custGeom>
          <a:solidFill>
            <a:srgbClr val="006E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Tree>
    <p:extLst>
      <p:ext uri="{BB962C8B-B14F-4D97-AF65-F5344CB8AC3E}">
        <p14:creationId xmlns:p14="http://schemas.microsoft.com/office/powerpoint/2010/main" val="2215674908"/>
      </p:ext>
    </p:extLst>
  </p:cSld>
  <p:clrMapOvr>
    <a:masterClrMapping/>
  </p:clrMapOvr>
  <p:transition spd="slow">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reserve="1">
  <p:cSld name="1_Section header">
    <p:spTree>
      <p:nvGrpSpPr>
        <p:cNvPr id="1" name="Shape 14"/>
        <p:cNvGrpSpPr/>
        <p:nvPr/>
      </p:nvGrpSpPr>
      <p:grpSpPr>
        <a:xfrm>
          <a:off x="0" y="0"/>
          <a:ext cx="0" cy="0"/>
          <a:chOff x="0" y="0"/>
          <a:chExt cx="0" cy="0"/>
        </a:xfrm>
      </p:grpSpPr>
      <p:sp>
        <p:nvSpPr>
          <p:cNvPr id="21" name="Snip Single Corner Rectangle 45">
            <a:extLst>
              <a:ext uri="{FF2B5EF4-FFF2-40B4-BE49-F238E27FC236}">
                <a16:creationId xmlns:a16="http://schemas.microsoft.com/office/drawing/2014/main" id="{186FA5EC-735A-D293-DEA3-9522622AC00A}"/>
              </a:ext>
            </a:extLst>
          </p:cNvPr>
          <p:cNvSpPr/>
          <p:nvPr userDrawn="1"/>
        </p:nvSpPr>
        <p:spPr>
          <a:xfrm>
            <a:off x="0" y="5008880"/>
            <a:ext cx="12192000" cy="1852507"/>
          </a:xfrm>
          <a:prstGeom prst="snip1Rect">
            <a:avLst>
              <a:gd name="adj" fmla="val 50000"/>
            </a:avLst>
          </a:prstGeom>
          <a:solidFill>
            <a:srgbClr val="006E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00"/>
          </a:p>
        </p:txBody>
      </p:sp>
      <p:sp>
        <p:nvSpPr>
          <p:cNvPr id="18" name="Google Shape;18;p3"/>
          <p:cNvSpPr txBox="1"/>
          <p:nvPr/>
        </p:nvSpPr>
        <p:spPr>
          <a:xfrm>
            <a:off x="2673879" y="2030923"/>
            <a:ext cx="7067760" cy="1720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6400" b="1" dirty="0">
                <a:solidFill>
                  <a:srgbClr val="0070C0"/>
                </a:solidFill>
                <a:latin typeface="Roboto" panose="02000000000000000000" pitchFamily="2" charset="0"/>
                <a:ea typeface="Roboto" panose="02000000000000000000" pitchFamily="2" charset="0"/>
                <a:cs typeface="Roboto" panose="02000000000000000000" pitchFamily="2" charset="0"/>
              </a:rPr>
              <a:t>THANK YOU!</a:t>
            </a:r>
            <a:endParaRPr sz="6400" b="1" dirty="0">
              <a:solidFill>
                <a:srgbClr val="0070C0"/>
              </a:solidFill>
              <a:latin typeface="Roboto" panose="02000000000000000000" pitchFamily="2" charset="0"/>
              <a:ea typeface="Roboto" panose="02000000000000000000" pitchFamily="2" charset="0"/>
              <a:cs typeface="Roboto" panose="02000000000000000000" pitchFamily="2" charset="0"/>
            </a:endParaRPr>
          </a:p>
        </p:txBody>
      </p:sp>
      <p:grpSp>
        <p:nvGrpSpPr>
          <p:cNvPr id="13" name="Group 12">
            <a:extLst>
              <a:ext uri="{FF2B5EF4-FFF2-40B4-BE49-F238E27FC236}">
                <a16:creationId xmlns:a16="http://schemas.microsoft.com/office/drawing/2014/main" id="{9C2782A8-4B15-526E-8872-A7D0AD8CDCE3}"/>
              </a:ext>
            </a:extLst>
          </p:cNvPr>
          <p:cNvGrpSpPr/>
          <p:nvPr userDrawn="1"/>
        </p:nvGrpSpPr>
        <p:grpSpPr>
          <a:xfrm>
            <a:off x="7046848" y="6172759"/>
            <a:ext cx="7082325" cy="624227"/>
            <a:chOff x="5285136" y="4310323"/>
            <a:chExt cx="5311744" cy="468170"/>
          </a:xfrm>
        </p:grpSpPr>
        <p:sp>
          <p:nvSpPr>
            <p:cNvPr id="14" name="Freeform 39">
              <a:extLst>
                <a:ext uri="{FF2B5EF4-FFF2-40B4-BE49-F238E27FC236}">
                  <a16:creationId xmlns:a16="http://schemas.microsoft.com/office/drawing/2014/main" id="{5D55375A-9693-86C7-5679-E8346D72DCE3}"/>
                </a:ext>
              </a:extLst>
            </p:cNvPr>
            <p:cNvSpPr/>
            <p:nvPr userDrawn="1"/>
          </p:nvSpPr>
          <p:spPr>
            <a:xfrm rot="10800000" flipH="1" flipV="1">
              <a:off x="6138862" y="4658911"/>
              <a:ext cx="151425" cy="119582"/>
            </a:xfrm>
            <a:custGeom>
              <a:avLst/>
              <a:gdLst/>
              <a:ahLst/>
              <a:cxnLst/>
              <a:rect l="l" t="t" r="r" b="b"/>
              <a:pathLst>
                <a:path w="98375" h="77688">
                  <a:moveTo>
                    <a:pt x="78134" y="0"/>
                  </a:moveTo>
                  <a:lnTo>
                    <a:pt x="98375" y="11757"/>
                  </a:lnTo>
                  <a:cubicBezTo>
                    <a:pt x="89842" y="25251"/>
                    <a:pt x="85427" y="38943"/>
                    <a:pt x="85129" y="52834"/>
                  </a:cubicBezTo>
                  <a:lnTo>
                    <a:pt x="85129" y="77688"/>
                  </a:lnTo>
                  <a:lnTo>
                    <a:pt x="51048" y="77688"/>
                  </a:lnTo>
                  <a:lnTo>
                    <a:pt x="51048" y="55364"/>
                  </a:lnTo>
                  <a:cubicBezTo>
                    <a:pt x="51048" y="46037"/>
                    <a:pt x="53652" y="36090"/>
                    <a:pt x="58861" y="25524"/>
                  </a:cubicBezTo>
                  <a:cubicBezTo>
                    <a:pt x="64070" y="14957"/>
                    <a:pt x="70494" y="6449"/>
                    <a:pt x="78134" y="0"/>
                  </a:cubicBezTo>
                  <a:close/>
                  <a:moveTo>
                    <a:pt x="27086" y="0"/>
                  </a:moveTo>
                  <a:lnTo>
                    <a:pt x="47327" y="11757"/>
                  </a:lnTo>
                  <a:cubicBezTo>
                    <a:pt x="38794" y="25251"/>
                    <a:pt x="34379" y="38943"/>
                    <a:pt x="34081" y="52834"/>
                  </a:cubicBezTo>
                  <a:lnTo>
                    <a:pt x="34081" y="77688"/>
                  </a:lnTo>
                  <a:lnTo>
                    <a:pt x="0" y="77688"/>
                  </a:lnTo>
                  <a:lnTo>
                    <a:pt x="0" y="55364"/>
                  </a:lnTo>
                  <a:cubicBezTo>
                    <a:pt x="0" y="46037"/>
                    <a:pt x="2604" y="36090"/>
                    <a:pt x="7813" y="25524"/>
                  </a:cubicBezTo>
                  <a:cubicBezTo>
                    <a:pt x="13022" y="14957"/>
                    <a:pt x="19446" y="6449"/>
                    <a:pt x="27086" y="0"/>
                  </a:cubicBezTo>
                  <a:close/>
                </a:path>
              </a:pathLst>
            </a:custGeom>
            <a:solidFill>
              <a:srgbClr val="006EB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a:p>
          </p:txBody>
        </p:sp>
        <p:grpSp>
          <p:nvGrpSpPr>
            <p:cNvPr id="15" name="Group 14">
              <a:extLst>
                <a:ext uri="{FF2B5EF4-FFF2-40B4-BE49-F238E27FC236}">
                  <a16:creationId xmlns:a16="http://schemas.microsoft.com/office/drawing/2014/main" id="{5768187A-8FDF-04A4-FE50-76292AC8F512}"/>
                </a:ext>
              </a:extLst>
            </p:cNvPr>
            <p:cNvGrpSpPr/>
            <p:nvPr userDrawn="1"/>
          </p:nvGrpSpPr>
          <p:grpSpPr>
            <a:xfrm>
              <a:off x="5285136" y="4310323"/>
              <a:ext cx="5311744" cy="404831"/>
              <a:chOff x="631856" y="3548776"/>
              <a:chExt cx="5311744" cy="404831"/>
            </a:xfrm>
          </p:grpSpPr>
          <p:sp>
            <p:nvSpPr>
              <p:cNvPr id="23" name="Rectangle 22">
                <a:extLst>
                  <a:ext uri="{FF2B5EF4-FFF2-40B4-BE49-F238E27FC236}">
                    <a16:creationId xmlns:a16="http://schemas.microsoft.com/office/drawing/2014/main" id="{A5D636EF-2D68-0C29-0004-980146B9F438}"/>
                  </a:ext>
                </a:extLst>
              </p:cNvPr>
              <p:cNvSpPr/>
              <p:nvPr/>
            </p:nvSpPr>
            <p:spPr>
              <a:xfrm>
                <a:off x="902168" y="3638136"/>
                <a:ext cx="5041432" cy="315471"/>
              </a:xfrm>
              <a:prstGeom prst="rect">
                <a:avLst/>
              </a:prstGeom>
            </p:spPr>
            <p:txBody>
              <a:bodyPr wrap="square" anchor="ctr">
                <a:spAutoFit/>
              </a:bodyPr>
              <a:lstStyle/>
              <a:p>
                <a:pPr>
                  <a:lnSpc>
                    <a:spcPct val="150000"/>
                  </a:lnSpc>
                </a:pPr>
                <a:r>
                  <a:rPr lang="en-ID" sz="1600" b="1" dirty="0">
                    <a:solidFill>
                      <a:schemeClr val="bg1"/>
                    </a:solidFill>
                    <a:latin typeface="Roboto" panose="02000000000000000000" pitchFamily="2" charset="0"/>
                    <a:ea typeface="Roboto" panose="02000000000000000000" pitchFamily="2" charset="0"/>
                  </a:rPr>
                  <a:t>UNLOCK YOUR POTENTIAL</a:t>
                </a:r>
              </a:p>
            </p:txBody>
          </p:sp>
          <p:sp>
            <p:nvSpPr>
              <p:cNvPr id="24" name="Freeform 39">
                <a:extLst>
                  <a:ext uri="{FF2B5EF4-FFF2-40B4-BE49-F238E27FC236}">
                    <a16:creationId xmlns:a16="http://schemas.microsoft.com/office/drawing/2014/main" id="{4FAB6002-AC9E-C436-D902-7F28A625870B}"/>
                  </a:ext>
                </a:extLst>
              </p:cNvPr>
              <p:cNvSpPr/>
              <p:nvPr/>
            </p:nvSpPr>
            <p:spPr>
              <a:xfrm rot="10800000" flipH="1" flipV="1">
                <a:off x="631856" y="3548776"/>
                <a:ext cx="298720" cy="235903"/>
              </a:xfrm>
              <a:custGeom>
                <a:avLst/>
                <a:gdLst/>
                <a:ahLst/>
                <a:cxnLst/>
                <a:rect l="l" t="t" r="r" b="b"/>
                <a:pathLst>
                  <a:path w="98375" h="77688">
                    <a:moveTo>
                      <a:pt x="78134" y="0"/>
                    </a:moveTo>
                    <a:lnTo>
                      <a:pt x="98375" y="11757"/>
                    </a:lnTo>
                    <a:cubicBezTo>
                      <a:pt x="89842" y="25251"/>
                      <a:pt x="85427" y="38943"/>
                      <a:pt x="85129" y="52834"/>
                    </a:cubicBezTo>
                    <a:lnTo>
                      <a:pt x="85129" y="77688"/>
                    </a:lnTo>
                    <a:lnTo>
                      <a:pt x="51048" y="77688"/>
                    </a:lnTo>
                    <a:lnTo>
                      <a:pt x="51048" y="55364"/>
                    </a:lnTo>
                    <a:cubicBezTo>
                      <a:pt x="51048" y="46037"/>
                      <a:pt x="53652" y="36090"/>
                      <a:pt x="58861" y="25524"/>
                    </a:cubicBezTo>
                    <a:cubicBezTo>
                      <a:pt x="64070" y="14957"/>
                      <a:pt x="70494" y="6449"/>
                      <a:pt x="78134" y="0"/>
                    </a:cubicBezTo>
                    <a:close/>
                    <a:moveTo>
                      <a:pt x="27086" y="0"/>
                    </a:moveTo>
                    <a:lnTo>
                      <a:pt x="47327" y="11757"/>
                    </a:lnTo>
                    <a:cubicBezTo>
                      <a:pt x="38794" y="25251"/>
                      <a:pt x="34379" y="38943"/>
                      <a:pt x="34081" y="52834"/>
                    </a:cubicBezTo>
                    <a:lnTo>
                      <a:pt x="34081" y="77688"/>
                    </a:lnTo>
                    <a:lnTo>
                      <a:pt x="0" y="77688"/>
                    </a:lnTo>
                    <a:lnTo>
                      <a:pt x="0" y="55364"/>
                    </a:lnTo>
                    <a:cubicBezTo>
                      <a:pt x="0" y="46037"/>
                      <a:pt x="2604" y="36090"/>
                      <a:pt x="7813" y="25524"/>
                    </a:cubicBezTo>
                    <a:cubicBezTo>
                      <a:pt x="13022" y="14957"/>
                      <a:pt x="19446" y="6449"/>
                      <a:pt x="2708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grpSp>
      </p:grpSp>
      <p:pic>
        <p:nvPicPr>
          <p:cNvPr id="12" name="Picture 11">
            <a:extLst>
              <a:ext uri="{FF2B5EF4-FFF2-40B4-BE49-F238E27FC236}">
                <a16:creationId xmlns:a16="http://schemas.microsoft.com/office/drawing/2014/main" id="{D4E42A03-7CAB-5041-8E86-71804D5F4A4F}"/>
              </a:ext>
            </a:extLst>
          </p:cNvPr>
          <p:cNvPicPr>
            <a:picLocks noChangeAspect="1"/>
          </p:cNvPicPr>
          <p:nvPr userDrawn="1"/>
        </p:nvPicPr>
        <p:blipFill>
          <a:blip r:embed="rId2"/>
          <a:stretch>
            <a:fillRect/>
          </a:stretch>
        </p:blipFill>
        <p:spPr>
          <a:xfrm>
            <a:off x="5579553" y="98938"/>
            <a:ext cx="1371600" cy="1371600"/>
          </a:xfrm>
          <a:prstGeom prst="rect">
            <a:avLst/>
          </a:prstGeom>
        </p:spPr>
      </p:pic>
    </p:spTree>
    <p:extLst>
      <p:ext uri="{BB962C8B-B14F-4D97-AF65-F5344CB8AC3E}">
        <p14:creationId xmlns:p14="http://schemas.microsoft.com/office/powerpoint/2010/main" val="1068694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reserve="1" userDrawn="1">
  <p:cSld name="Section title and description">
    <p:spTree>
      <p:nvGrpSpPr>
        <p:cNvPr id="1" name="Shape 37"/>
        <p:cNvGrpSpPr/>
        <p:nvPr/>
      </p:nvGrpSpPr>
      <p:grpSpPr>
        <a:xfrm>
          <a:off x="0" y="0"/>
          <a:ext cx="0" cy="0"/>
          <a:chOff x="0" y="0"/>
          <a:chExt cx="0" cy="0"/>
        </a:xfrm>
      </p:grpSpPr>
      <p:sp>
        <p:nvSpPr>
          <p:cNvPr id="38" name="Google Shape;38;p9"/>
          <p:cNvSpPr/>
          <p:nvPr/>
        </p:nvSpPr>
        <p:spPr>
          <a:xfrm>
            <a:off x="6096000" y="-167"/>
            <a:ext cx="6096000" cy="6858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 name="Google Shape;40;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dirty="0"/>
          </a:p>
        </p:txBody>
      </p:sp>
      <p:sp>
        <p:nvSpPr>
          <p:cNvPr id="41" name="Google Shape;41;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rmAutofit/>
          </a:bodyPr>
          <a:lstStyle>
            <a:lvl1pPr marL="457189" lvl="0" indent="-342891">
              <a:spcBef>
                <a:spcPts val="0"/>
              </a:spcBef>
              <a:spcAft>
                <a:spcPts val="0"/>
              </a:spcAft>
              <a:buSzPts val="1800"/>
              <a:buChar char="●"/>
              <a:defRPr/>
            </a:lvl1pPr>
            <a:lvl2pPr marL="914377" lvl="1" indent="-317492">
              <a:spcBef>
                <a:spcPts val="0"/>
              </a:spcBef>
              <a:spcAft>
                <a:spcPts val="0"/>
              </a:spcAft>
              <a:buSzPts val="1400"/>
              <a:buChar char="○"/>
              <a:defRPr/>
            </a:lvl2pPr>
            <a:lvl3pPr marL="1371566" lvl="2" indent="-317492">
              <a:spcBef>
                <a:spcPts val="0"/>
              </a:spcBef>
              <a:spcAft>
                <a:spcPts val="0"/>
              </a:spcAft>
              <a:buSzPts val="1400"/>
              <a:buChar char="■"/>
              <a:defRPr/>
            </a:lvl3pPr>
            <a:lvl4pPr marL="1828754" lvl="3" indent="-317492">
              <a:spcBef>
                <a:spcPts val="0"/>
              </a:spcBef>
              <a:spcAft>
                <a:spcPts val="0"/>
              </a:spcAft>
              <a:buSzPts val="1400"/>
              <a:buChar char="●"/>
              <a:defRPr/>
            </a:lvl4pPr>
            <a:lvl5pPr marL="2285943" lvl="4" indent="-317492">
              <a:spcBef>
                <a:spcPts val="0"/>
              </a:spcBef>
              <a:spcAft>
                <a:spcPts val="0"/>
              </a:spcAft>
              <a:buSzPts val="1400"/>
              <a:buChar char="○"/>
              <a:defRPr/>
            </a:lvl5pPr>
            <a:lvl6pPr marL="2743131" lvl="5" indent="-317492">
              <a:spcBef>
                <a:spcPts val="0"/>
              </a:spcBef>
              <a:spcAft>
                <a:spcPts val="0"/>
              </a:spcAft>
              <a:buSzPts val="1400"/>
              <a:buChar char="■"/>
              <a:defRPr/>
            </a:lvl6pPr>
            <a:lvl7pPr marL="3200320" lvl="6" indent="-317492">
              <a:spcBef>
                <a:spcPts val="0"/>
              </a:spcBef>
              <a:spcAft>
                <a:spcPts val="0"/>
              </a:spcAft>
              <a:buSzPts val="1400"/>
              <a:buChar char="●"/>
              <a:defRPr/>
            </a:lvl7pPr>
            <a:lvl8pPr marL="3657509" lvl="7" indent="-317492">
              <a:spcBef>
                <a:spcPts val="0"/>
              </a:spcBef>
              <a:spcAft>
                <a:spcPts val="0"/>
              </a:spcAft>
              <a:buSzPts val="1400"/>
              <a:buChar char="○"/>
              <a:defRPr/>
            </a:lvl8pPr>
            <a:lvl9pPr marL="4114697" lvl="8" indent="-317492">
              <a:spcBef>
                <a:spcPts val="0"/>
              </a:spcBef>
              <a:spcAft>
                <a:spcPts val="0"/>
              </a:spcAft>
              <a:buSzPts val="1400"/>
              <a:buChar char="■"/>
              <a:defRPr/>
            </a:lvl9pPr>
          </a:lstStyle>
          <a:p>
            <a:endParaRPr/>
          </a:p>
        </p:txBody>
      </p:sp>
      <p:sp>
        <p:nvSpPr>
          <p:cNvPr id="42" name="Google Shape;42;p9"/>
          <p:cNvSpPr txBox="1">
            <a:spLocks noGrp="1"/>
          </p:cNvSpPr>
          <p:nvPr>
            <p:ph type="sldNum" idx="12"/>
          </p:nvPr>
        </p:nvSpPr>
        <p:spPr>
          <a:xfrm>
            <a:off x="11296612"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652468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reserve="1">
  <p:cSld name="Caption">
    <p:spTree>
      <p:nvGrpSpPr>
        <p:cNvPr id="1" name="Shape 43"/>
        <p:cNvGrpSpPr/>
        <p:nvPr/>
      </p:nvGrpSpPr>
      <p:grpSpPr>
        <a:xfrm>
          <a:off x="0" y="0"/>
          <a:ext cx="0" cy="0"/>
          <a:chOff x="0" y="0"/>
          <a:chExt cx="0" cy="0"/>
        </a:xfrm>
      </p:grpSpPr>
      <p:sp>
        <p:nvSpPr>
          <p:cNvPr id="44" name="Google Shape;44;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rmAutofit/>
          </a:bodyPr>
          <a:lstStyle>
            <a:lvl1pPr marL="457189" lvl="0" indent="-228594">
              <a:lnSpc>
                <a:spcPct val="100000"/>
              </a:lnSpc>
              <a:spcBef>
                <a:spcPts val="0"/>
              </a:spcBef>
              <a:spcAft>
                <a:spcPts val="0"/>
              </a:spcAft>
              <a:buSzPts val="1800"/>
              <a:buNone/>
              <a:defRPr/>
            </a:lvl1pPr>
          </a:lstStyle>
          <a:p>
            <a:endParaRPr/>
          </a:p>
        </p:txBody>
      </p:sp>
      <p:sp>
        <p:nvSpPr>
          <p:cNvPr id="45" name="Google Shape;45;p10"/>
          <p:cNvSpPr txBox="1">
            <a:spLocks noGrp="1"/>
          </p:cNvSpPr>
          <p:nvPr>
            <p:ph type="sldNum" idx="12"/>
          </p:nvPr>
        </p:nvSpPr>
        <p:spPr>
          <a:xfrm>
            <a:off x="11296612"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
        <p:nvSpPr>
          <p:cNvPr id="2" name="Freeform 56">
            <a:extLst>
              <a:ext uri="{FF2B5EF4-FFF2-40B4-BE49-F238E27FC236}">
                <a16:creationId xmlns:a16="http://schemas.microsoft.com/office/drawing/2014/main" id="{A88AFCD0-A68E-7040-94AE-0D1BA75F2DAC}"/>
              </a:ext>
            </a:extLst>
          </p:cNvPr>
          <p:cNvSpPr/>
          <p:nvPr userDrawn="1"/>
        </p:nvSpPr>
        <p:spPr>
          <a:xfrm>
            <a:off x="13749927" y="-138973"/>
            <a:ext cx="1236139" cy="4509700"/>
          </a:xfrm>
          <a:custGeom>
            <a:avLst/>
            <a:gdLst>
              <a:gd name="connsiteX0" fmla="*/ 0 w 1236138"/>
              <a:gd name="connsiteY0" fmla="*/ 0 h 4509697"/>
              <a:gd name="connsiteX1" fmla="*/ 1236138 w 1236138"/>
              <a:gd name="connsiteY1" fmla="*/ 0 h 4509697"/>
              <a:gd name="connsiteX2" fmla="*/ 1236138 w 1236138"/>
              <a:gd name="connsiteY2" fmla="*/ 4509697 h 4509697"/>
              <a:gd name="connsiteX3" fmla="*/ 0 w 1236138"/>
              <a:gd name="connsiteY3" fmla="*/ 3273558 h 4509697"/>
            </a:gdLst>
            <a:ahLst/>
            <a:cxnLst>
              <a:cxn ang="0">
                <a:pos x="connsiteX0" y="connsiteY0"/>
              </a:cxn>
              <a:cxn ang="0">
                <a:pos x="connsiteX1" y="connsiteY1"/>
              </a:cxn>
              <a:cxn ang="0">
                <a:pos x="connsiteX2" y="connsiteY2"/>
              </a:cxn>
              <a:cxn ang="0">
                <a:pos x="connsiteX3" y="connsiteY3"/>
              </a:cxn>
            </a:cxnLst>
            <a:rect l="l" t="t" r="r" b="b"/>
            <a:pathLst>
              <a:path w="1236138" h="4509697">
                <a:moveTo>
                  <a:pt x="0" y="0"/>
                </a:moveTo>
                <a:lnTo>
                  <a:pt x="1236138" y="0"/>
                </a:lnTo>
                <a:lnTo>
                  <a:pt x="1236138" y="4509697"/>
                </a:lnTo>
                <a:lnTo>
                  <a:pt x="0" y="3273558"/>
                </a:lnTo>
                <a:close/>
              </a:path>
            </a:pathLst>
          </a:custGeom>
          <a:solidFill>
            <a:srgbClr val="006E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00"/>
          </a:p>
        </p:txBody>
      </p:sp>
      <p:sp>
        <p:nvSpPr>
          <p:cNvPr id="3" name="Freeform 48">
            <a:extLst>
              <a:ext uri="{FF2B5EF4-FFF2-40B4-BE49-F238E27FC236}">
                <a16:creationId xmlns:a16="http://schemas.microsoft.com/office/drawing/2014/main" id="{43477F39-1BBD-F526-40AC-2BC60882E79F}"/>
              </a:ext>
            </a:extLst>
          </p:cNvPr>
          <p:cNvSpPr/>
          <p:nvPr userDrawn="1"/>
        </p:nvSpPr>
        <p:spPr>
          <a:xfrm>
            <a:off x="13326852" y="1166085"/>
            <a:ext cx="2335701" cy="2335703"/>
          </a:xfrm>
          <a:custGeom>
            <a:avLst/>
            <a:gdLst>
              <a:gd name="connsiteX0" fmla="*/ 0 w 2335701"/>
              <a:gd name="connsiteY0" fmla="*/ 0 h 2335702"/>
              <a:gd name="connsiteX1" fmla="*/ 377708 w 2335701"/>
              <a:gd name="connsiteY1" fmla="*/ 0 h 2335702"/>
              <a:gd name="connsiteX2" fmla="*/ 2335701 w 2335701"/>
              <a:gd name="connsiteY2" fmla="*/ 1957994 h 2335702"/>
              <a:gd name="connsiteX3" fmla="*/ 2335701 w 2335701"/>
              <a:gd name="connsiteY3" fmla="*/ 2335702 h 2335702"/>
            </a:gdLst>
            <a:ahLst/>
            <a:cxnLst>
              <a:cxn ang="0">
                <a:pos x="connsiteX0" y="connsiteY0"/>
              </a:cxn>
              <a:cxn ang="0">
                <a:pos x="connsiteX1" y="connsiteY1"/>
              </a:cxn>
              <a:cxn ang="0">
                <a:pos x="connsiteX2" y="connsiteY2"/>
              </a:cxn>
              <a:cxn ang="0">
                <a:pos x="connsiteX3" y="connsiteY3"/>
              </a:cxn>
            </a:cxnLst>
            <a:rect l="l" t="t" r="r" b="b"/>
            <a:pathLst>
              <a:path w="2335701" h="2335702">
                <a:moveTo>
                  <a:pt x="0" y="0"/>
                </a:moveTo>
                <a:lnTo>
                  <a:pt x="377708" y="0"/>
                </a:lnTo>
                <a:lnTo>
                  <a:pt x="2335701" y="1957994"/>
                </a:lnTo>
                <a:lnTo>
                  <a:pt x="2335701" y="23357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00"/>
          </a:p>
        </p:txBody>
      </p:sp>
      <p:sp>
        <p:nvSpPr>
          <p:cNvPr id="4" name="Freeform 53">
            <a:extLst>
              <a:ext uri="{FF2B5EF4-FFF2-40B4-BE49-F238E27FC236}">
                <a16:creationId xmlns:a16="http://schemas.microsoft.com/office/drawing/2014/main" id="{81B0EF1A-E1FD-FBF6-7FBC-E6508427A12F}"/>
              </a:ext>
            </a:extLst>
          </p:cNvPr>
          <p:cNvSpPr/>
          <p:nvPr userDrawn="1"/>
        </p:nvSpPr>
        <p:spPr>
          <a:xfrm>
            <a:off x="12547601" y="-1266391"/>
            <a:ext cx="1236139" cy="1608772"/>
          </a:xfrm>
          <a:custGeom>
            <a:avLst/>
            <a:gdLst>
              <a:gd name="connsiteX0" fmla="*/ 0 w 1236138"/>
              <a:gd name="connsiteY0" fmla="*/ 0 h 1608771"/>
              <a:gd name="connsiteX1" fmla="*/ 5076 w 1236138"/>
              <a:gd name="connsiteY1" fmla="*/ 0 h 1608771"/>
              <a:gd name="connsiteX2" fmla="*/ 1236138 w 1236138"/>
              <a:gd name="connsiteY2" fmla="*/ 1231063 h 1608771"/>
              <a:gd name="connsiteX3" fmla="*/ 1236138 w 1236138"/>
              <a:gd name="connsiteY3" fmla="*/ 1608771 h 1608771"/>
              <a:gd name="connsiteX4" fmla="*/ 0 w 1236138"/>
              <a:gd name="connsiteY4" fmla="*/ 372632 h 1608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6138" h="1608771">
                <a:moveTo>
                  <a:pt x="0" y="0"/>
                </a:moveTo>
                <a:lnTo>
                  <a:pt x="5076" y="0"/>
                </a:lnTo>
                <a:lnTo>
                  <a:pt x="1236138" y="1231063"/>
                </a:lnTo>
                <a:lnTo>
                  <a:pt x="1236138" y="1608771"/>
                </a:lnTo>
                <a:lnTo>
                  <a:pt x="0" y="372632"/>
                </a:lnTo>
                <a:close/>
              </a:path>
            </a:pathLst>
          </a:custGeom>
          <a:solidFill>
            <a:srgbClr val="BE96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00"/>
          </a:p>
        </p:txBody>
      </p:sp>
      <p:pic>
        <p:nvPicPr>
          <p:cNvPr id="5" name="Graphic 4">
            <a:extLst>
              <a:ext uri="{FF2B5EF4-FFF2-40B4-BE49-F238E27FC236}">
                <a16:creationId xmlns:a16="http://schemas.microsoft.com/office/drawing/2014/main" id="{601377B5-6D47-6694-65A6-874DF1FD3065}"/>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1760" b="7353"/>
          <a:stretch/>
        </p:blipFill>
        <p:spPr>
          <a:xfrm>
            <a:off x="8503062" y="4065496"/>
            <a:ext cx="7159492" cy="4257040"/>
          </a:xfrm>
          <a:prstGeom prst="rect">
            <a:avLst/>
          </a:prstGeom>
        </p:spPr>
      </p:pic>
    </p:spTree>
    <p:extLst>
      <p:ext uri="{BB962C8B-B14F-4D97-AF65-F5344CB8AC3E}">
        <p14:creationId xmlns:p14="http://schemas.microsoft.com/office/powerpoint/2010/main" val="38216819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reserve="1" userDrawn="1">
  <p:cSld name="Big number">
    <p:spTree>
      <p:nvGrpSpPr>
        <p:cNvPr id="1" name="Shape 46"/>
        <p:cNvGrpSpPr/>
        <p:nvPr/>
      </p:nvGrpSpPr>
      <p:grpSpPr>
        <a:xfrm>
          <a:off x="0" y="0"/>
          <a:ext cx="0" cy="0"/>
          <a:chOff x="0" y="0"/>
          <a:chExt cx="0" cy="0"/>
        </a:xfrm>
      </p:grpSpPr>
      <p:sp>
        <p:nvSpPr>
          <p:cNvPr id="48" name="Google Shape;48;p11"/>
          <p:cNvSpPr txBox="1">
            <a:spLocks noGrp="1"/>
          </p:cNvSpPr>
          <p:nvPr>
            <p:ph type="body" idx="1"/>
          </p:nvPr>
        </p:nvSpPr>
        <p:spPr>
          <a:xfrm>
            <a:off x="595867" y="3139633"/>
            <a:ext cx="11360800" cy="3326800"/>
          </a:xfrm>
          <a:prstGeom prst="rect">
            <a:avLst/>
          </a:prstGeom>
        </p:spPr>
        <p:txBody>
          <a:bodyPr spcFirstLastPara="1" wrap="square" lIns="91425" tIns="91425" rIns="91425" bIns="91425" anchor="t" anchorCtr="0">
            <a:normAutofit/>
          </a:bodyPr>
          <a:lstStyle>
            <a:lvl1pPr marL="457189" lvl="0" indent="-342891" algn="ctr">
              <a:spcBef>
                <a:spcPts val="0"/>
              </a:spcBef>
              <a:spcAft>
                <a:spcPts val="0"/>
              </a:spcAft>
              <a:buSzPts val="1800"/>
              <a:buChar char="●"/>
              <a:defRPr/>
            </a:lvl1pPr>
            <a:lvl2pPr marL="914377" lvl="1" indent="-317492" algn="ctr">
              <a:spcBef>
                <a:spcPts val="0"/>
              </a:spcBef>
              <a:spcAft>
                <a:spcPts val="0"/>
              </a:spcAft>
              <a:buSzPts val="1400"/>
              <a:buChar char="○"/>
              <a:defRPr/>
            </a:lvl2pPr>
            <a:lvl3pPr marL="1371566" lvl="2" indent="-317492" algn="ctr">
              <a:spcBef>
                <a:spcPts val="0"/>
              </a:spcBef>
              <a:spcAft>
                <a:spcPts val="0"/>
              </a:spcAft>
              <a:buSzPts val="1400"/>
              <a:buChar char="■"/>
              <a:defRPr/>
            </a:lvl3pPr>
            <a:lvl4pPr marL="1828754" lvl="3" indent="-317492" algn="ctr">
              <a:spcBef>
                <a:spcPts val="0"/>
              </a:spcBef>
              <a:spcAft>
                <a:spcPts val="0"/>
              </a:spcAft>
              <a:buSzPts val="1400"/>
              <a:buChar char="●"/>
              <a:defRPr/>
            </a:lvl4pPr>
            <a:lvl5pPr marL="2285943" lvl="4" indent="-317492" algn="ctr">
              <a:spcBef>
                <a:spcPts val="0"/>
              </a:spcBef>
              <a:spcAft>
                <a:spcPts val="0"/>
              </a:spcAft>
              <a:buSzPts val="1400"/>
              <a:buChar char="○"/>
              <a:defRPr/>
            </a:lvl5pPr>
            <a:lvl6pPr marL="2743131" lvl="5" indent="-317492" algn="ctr">
              <a:spcBef>
                <a:spcPts val="0"/>
              </a:spcBef>
              <a:spcAft>
                <a:spcPts val="0"/>
              </a:spcAft>
              <a:buSzPts val="1400"/>
              <a:buChar char="■"/>
              <a:defRPr/>
            </a:lvl6pPr>
            <a:lvl7pPr marL="3200320" lvl="6" indent="-317492" algn="ctr">
              <a:spcBef>
                <a:spcPts val="0"/>
              </a:spcBef>
              <a:spcAft>
                <a:spcPts val="0"/>
              </a:spcAft>
              <a:buSzPts val="1400"/>
              <a:buChar char="●"/>
              <a:defRPr/>
            </a:lvl7pPr>
            <a:lvl8pPr marL="3657509" lvl="7" indent="-317492" algn="ctr">
              <a:spcBef>
                <a:spcPts val="0"/>
              </a:spcBef>
              <a:spcAft>
                <a:spcPts val="0"/>
              </a:spcAft>
              <a:buSzPts val="1400"/>
              <a:buChar char="○"/>
              <a:defRPr/>
            </a:lvl8pPr>
            <a:lvl9pPr marL="4114697" lvl="8" indent="-317492" algn="ctr">
              <a:spcBef>
                <a:spcPts val="0"/>
              </a:spcBef>
              <a:spcAft>
                <a:spcPts val="0"/>
              </a:spcAft>
              <a:buSzPts val="1400"/>
              <a:buChar char="■"/>
              <a:defRPr/>
            </a:lvl9pPr>
          </a:lstStyle>
          <a:p>
            <a:endParaRPr/>
          </a:p>
        </p:txBody>
      </p:sp>
      <p:sp>
        <p:nvSpPr>
          <p:cNvPr id="49" name="Google Shape;49;p11"/>
          <p:cNvSpPr txBox="1">
            <a:spLocks noGrp="1"/>
          </p:cNvSpPr>
          <p:nvPr>
            <p:ph type="sldNum" idx="12"/>
          </p:nvPr>
        </p:nvSpPr>
        <p:spPr>
          <a:xfrm>
            <a:off x="11296612"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563901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394BA-5D45-2846-9EC3-770DFE0E1F43}"/>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3E97180-A75E-5249-A614-FBEDAC6F0E42}"/>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C366108-FC60-9542-ACF1-C0CCE03D2239}"/>
              </a:ext>
            </a:extLst>
          </p:cNvPr>
          <p:cNvSpPr>
            <a:spLocks noGrp="1"/>
          </p:cNvSpPr>
          <p:nvPr>
            <p:ph type="dt" sz="half" idx="10"/>
          </p:nvPr>
        </p:nvSpPr>
        <p:spPr/>
        <p:txBody>
          <a:bodyPr/>
          <a:lstStyle/>
          <a:p>
            <a:fld id="{3BD197D0-686E-054A-831F-F95C7E9CD7C4}" type="datetimeFigureOut">
              <a:rPr lang="en-US" smtClean="0"/>
              <a:t>4/9/2026</a:t>
            </a:fld>
            <a:endParaRPr lang="en-US"/>
          </a:p>
        </p:txBody>
      </p:sp>
      <p:sp>
        <p:nvSpPr>
          <p:cNvPr id="5" name="Footer Placeholder 4">
            <a:extLst>
              <a:ext uri="{FF2B5EF4-FFF2-40B4-BE49-F238E27FC236}">
                <a16:creationId xmlns:a16="http://schemas.microsoft.com/office/drawing/2014/main" id="{27F6043D-85CB-0F46-8203-65F8DE5F98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353177-CE91-A440-82F4-E1532547D88A}"/>
              </a:ext>
            </a:extLst>
          </p:cNvPr>
          <p:cNvSpPr>
            <a:spLocks noGrp="1"/>
          </p:cNvSpPr>
          <p:nvPr>
            <p:ph type="sldNum" sz="quarter" idx="12"/>
          </p:nvPr>
        </p:nvSpPr>
        <p:spPr/>
        <p:txBody>
          <a:bodyPr/>
          <a:lstStyle/>
          <a:p>
            <a:fld id="{81C8DF6D-9EF6-DB49-AD1D-6B830ABE6C00}" type="slidenum">
              <a:rPr lang="en-US" smtClean="0"/>
              <a:t>‹#›</a:t>
            </a:fld>
            <a:endParaRPr lang="en-US"/>
          </a:p>
        </p:txBody>
      </p:sp>
    </p:spTree>
    <p:extLst>
      <p:ext uri="{BB962C8B-B14F-4D97-AF65-F5344CB8AC3E}">
        <p14:creationId xmlns:p14="http://schemas.microsoft.com/office/powerpoint/2010/main" val="1388897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7C61CB3-4EBA-5B43-B7FD-40AACB5B63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D197D0-686E-054A-831F-F95C7E9CD7C4}" type="datetimeFigureOut">
              <a:rPr lang="en-US" smtClean="0"/>
              <a:t>4/9/2026</a:t>
            </a:fld>
            <a:endParaRPr lang="en-US"/>
          </a:p>
        </p:txBody>
      </p:sp>
      <p:sp>
        <p:nvSpPr>
          <p:cNvPr id="5" name="Footer Placeholder 4">
            <a:extLst>
              <a:ext uri="{FF2B5EF4-FFF2-40B4-BE49-F238E27FC236}">
                <a16:creationId xmlns:a16="http://schemas.microsoft.com/office/drawing/2014/main" id="{992F2F93-1561-8641-9BB2-2CD669BCE1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CBDD35B-B1E8-A54B-B8AB-B741382684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C8DF6D-9EF6-DB49-AD1D-6B830ABE6C00}" type="slidenum">
              <a:rPr lang="en-US" smtClean="0"/>
              <a:t>‹#›</a:t>
            </a:fld>
            <a:endParaRPr lang="en-US"/>
          </a:p>
        </p:txBody>
      </p:sp>
      <p:sp>
        <p:nvSpPr>
          <p:cNvPr id="7" name="Google Shape;7;p1">
            <a:extLst>
              <a:ext uri="{FF2B5EF4-FFF2-40B4-BE49-F238E27FC236}">
                <a16:creationId xmlns:a16="http://schemas.microsoft.com/office/drawing/2014/main" id="{DBF938AF-EA14-4C4A-85B9-52C0BA964736}"/>
              </a:ext>
            </a:extLst>
          </p:cNvPr>
          <p:cNvSpPr txBox="1">
            <a:spLocks noGrp="1"/>
          </p:cNvSpPr>
          <p:nvPr>
            <p:ph type="body" idx="1"/>
          </p:nvPr>
        </p:nvSpPr>
        <p:spPr>
          <a:xfrm>
            <a:off x="3062751" y="1152475"/>
            <a:ext cx="5769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dirty="0"/>
          </a:p>
        </p:txBody>
      </p:sp>
    </p:spTree>
    <p:extLst>
      <p:ext uri="{BB962C8B-B14F-4D97-AF65-F5344CB8AC3E}">
        <p14:creationId xmlns:p14="http://schemas.microsoft.com/office/powerpoint/2010/main" val="296506271"/>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4" r:id="rId4"/>
    <p:sldLayoutId id="2147483665" r:id="rId5"/>
    <p:sldLayoutId id="2147483666" r:id="rId6"/>
    <p:sldLayoutId id="2147483667" r:id="rId7"/>
    <p:sldLayoutId id="2147483649"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3.xml"/><Relationship Id="rId4" Type="http://schemas.openxmlformats.org/officeDocument/2006/relationships/image" Target="../media/image16.jpeg"/></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E689F2A-549A-DB45-8D22-E70CD59FC9D8}"/>
              </a:ext>
            </a:extLst>
          </p:cNvPr>
          <p:cNvSpPr/>
          <p:nvPr/>
        </p:nvSpPr>
        <p:spPr>
          <a:xfrm>
            <a:off x="968006" y="2068487"/>
            <a:ext cx="4926860" cy="1731243"/>
          </a:xfrm>
          <a:prstGeom prst="rect">
            <a:avLst/>
          </a:prstGeom>
          <a:noFill/>
        </p:spPr>
        <p:txBody>
          <a:bodyPr wrap="square" lIns="68580" tIns="34290" rIns="68580" bIns="34290">
            <a:spAutoFit/>
          </a:bodyPr>
          <a:lstStyle/>
          <a:p>
            <a:pPr algn="ctr"/>
            <a:r>
              <a:rPr lang="en-US" sz="5400" b="1" dirty="0">
                <a:ln w="0"/>
                <a:solidFill>
                  <a:srgbClr val="006EB4"/>
                </a:solidFill>
                <a:latin typeface="Aptos Black" panose="020B0004020202020204" pitchFamily="34" charset="0"/>
                <a:ea typeface="Roboto" panose="02000000000000000000" pitchFamily="2" charset="0"/>
                <a:cs typeface="Times New Roman" panose="02020603050405020304" pitchFamily="18" charset="0"/>
              </a:rPr>
              <a:t>ABA </a:t>
            </a:r>
            <a:r>
              <a:rPr lang="en-US" sz="5400" b="1" dirty="0" err="1">
                <a:ln w="0"/>
                <a:solidFill>
                  <a:srgbClr val="006EB4"/>
                </a:solidFill>
                <a:latin typeface="Aptos Black" panose="020B0004020202020204" pitchFamily="34" charset="0"/>
                <a:ea typeface="Roboto" panose="02000000000000000000" pitchFamily="2" charset="0"/>
                <a:cs typeface="Times New Roman" panose="02020603050405020304" pitchFamily="18" charset="0"/>
              </a:rPr>
              <a:t>Payway</a:t>
            </a:r>
            <a:r>
              <a:rPr lang="en-US" sz="5400" b="1" dirty="0">
                <a:ln w="0"/>
                <a:solidFill>
                  <a:srgbClr val="006EB4"/>
                </a:solidFill>
                <a:latin typeface="Aptos Black" panose="020B0004020202020204" pitchFamily="34" charset="0"/>
                <a:ea typeface="Roboto" panose="02000000000000000000" pitchFamily="2" charset="0"/>
                <a:cs typeface="Times New Roman" panose="02020603050405020304" pitchFamily="18" charset="0"/>
              </a:rPr>
              <a:t> </a:t>
            </a:r>
            <a:br>
              <a:rPr lang="en-US" sz="5400" b="1" dirty="0">
                <a:ln w="0"/>
                <a:solidFill>
                  <a:srgbClr val="006EB4"/>
                </a:solidFill>
                <a:latin typeface="Aptos Black" panose="020B0004020202020204" pitchFamily="34" charset="0"/>
                <a:ea typeface="Roboto" panose="02000000000000000000" pitchFamily="2" charset="0"/>
                <a:cs typeface="Times New Roman" panose="02020603050405020304" pitchFamily="18" charset="0"/>
              </a:rPr>
            </a:br>
            <a:r>
              <a:rPr lang="en-US" sz="5400" b="1" dirty="0">
                <a:ln w="0"/>
                <a:solidFill>
                  <a:srgbClr val="006EB4"/>
                </a:solidFill>
                <a:latin typeface="Aptos Black" panose="020B0004020202020204" pitchFamily="34" charset="0"/>
                <a:ea typeface="Roboto" panose="02000000000000000000" pitchFamily="2" charset="0"/>
                <a:cs typeface="Times New Roman" panose="02020603050405020304" pitchFamily="18" charset="0"/>
              </a:rPr>
              <a:t>Integration</a:t>
            </a:r>
          </a:p>
        </p:txBody>
      </p:sp>
      <p:pic>
        <p:nvPicPr>
          <p:cNvPr id="2" name="Picture 1">
            <a:extLst>
              <a:ext uri="{FF2B5EF4-FFF2-40B4-BE49-F238E27FC236}">
                <a16:creationId xmlns:a16="http://schemas.microsoft.com/office/drawing/2014/main" id="{833BFB34-FD84-7040-A4FA-386D8968A6BD}"/>
              </a:ext>
            </a:extLst>
          </p:cNvPr>
          <p:cNvPicPr>
            <a:picLocks noChangeAspect="1"/>
          </p:cNvPicPr>
          <p:nvPr/>
        </p:nvPicPr>
        <p:blipFill>
          <a:blip r:embed="rId2"/>
          <a:stretch>
            <a:fillRect/>
          </a:stretch>
        </p:blipFill>
        <p:spPr>
          <a:xfrm>
            <a:off x="7440708" y="991750"/>
            <a:ext cx="4379258" cy="3319940"/>
          </a:xfrm>
          <a:prstGeom prst="rect">
            <a:avLst/>
          </a:prstGeom>
        </p:spPr>
      </p:pic>
    </p:spTree>
    <p:extLst>
      <p:ext uri="{BB962C8B-B14F-4D97-AF65-F5344CB8AC3E}">
        <p14:creationId xmlns:p14="http://schemas.microsoft.com/office/powerpoint/2010/main" val="18048237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Starting a new ReactJS App and Setting Up the Environment | by Rutger  McKenna | Analytics Vidhya | Medium">
            <a:extLst>
              <a:ext uri="{FF2B5EF4-FFF2-40B4-BE49-F238E27FC236}">
                <a16:creationId xmlns:a16="http://schemas.microsoft.com/office/drawing/2014/main" id="{324E1C9B-E2CB-EF41-9973-A825DFDFA8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758" y="2829393"/>
            <a:ext cx="2752178" cy="1948721"/>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Getting started with Express.js - Keeping it simple! | Ajeet Chaulagain">
            <a:extLst>
              <a:ext uri="{FF2B5EF4-FFF2-40B4-BE49-F238E27FC236}">
                <a16:creationId xmlns:a16="http://schemas.microsoft.com/office/drawing/2014/main" id="{8373ECAE-4FFE-B940-82D6-C12522E349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6786" y="2679491"/>
            <a:ext cx="2098623" cy="2098623"/>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ច្បាប់ និង បទប្បញ្ញត្តិ | ថ្នាល ...">
            <a:extLst>
              <a:ext uri="{FF2B5EF4-FFF2-40B4-BE49-F238E27FC236}">
                <a16:creationId xmlns:a16="http://schemas.microsoft.com/office/drawing/2014/main" id="{1583C43F-206B-C542-94D1-4D1FCCAEFD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44066" y="2645532"/>
            <a:ext cx="2098624" cy="2098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4638752"/>
      </p:ext>
    </p:extLst>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AB72E00-22F5-CF4B-AB42-CA6B9A3FCA3D}"/>
              </a:ext>
            </a:extLst>
          </p:cNvPr>
          <p:cNvSpPr/>
          <p:nvPr/>
        </p:nvSpPr>
        <p:spPr>
          <a:xfrm>
            <a:off x="436755" y="260705"/>
            <a:ext cx="1156407" cy="623248"/>
          </a:xfrm>
          <a:prstGeom prst="rect">
            <a:avLst/>
          </a:prstGeom>
          <a:noFill/>
        </p:spPr>
        <p:txBody>
          <a:bodyPr wrap="none" lIns="68580" tIns="34290" rIns="68580" bIns="34290">
            <a:spAutoFit/>
          </a:bodyPr>
          <a:lstStyle/>
          <a:p>
            <a:r>
              <a:rPr lang="en-US" sz="3600" b="1" dirty="0">
                <a:ln w="0"/>
                <a:solidFill>
                  <a:schemeClr val="bg1"/>
                </a:solidFill>
                <a:latin typeface="Aptos Black" panose="020B0004020202020204" pitchFamily="34" charset="0"/>
                <a:ea typeface="Roboto" panose="02000000000000000000" pitchFamily="2" charset="0"/>
                <a:cs typeface="Times New Roman" panose="02020603050405020304" pitchFamily="18" charset="0"/>
              </a:rPr>
              <a:t>Goal</a:t>
            </a:r>
          </a:p>
        </p:txBody>
      </p:sp>
      <p:sp>
        <p:nvSpPr>
          <p:cNvPr id="4" name="TextBox 3">
            <a:extLst>
              <a:ext uri="{FF2B5EF4-FFF2-40B4-BE49-F238E27FC236}">
                <a16:creationId xmlns:a16="http://schemas.microsoft.com/office/drawing/2014/main" id="{533E588F-8CCB-134C-B762-E834FFE59B7A}"/>
              </a:ext>
            </a:extLst>
          </p:cNvPr>
          <p:cNvSpPr txBox="1"/>
          <p:nvPr/>
        </p:nvSpPr>
        <p:spPr>
          <a:xfrm>
            <a:off x="1294795" y="2396025"/>
            <a:ext cx="4419055" cy="2065950"/>
          </a:xfrm>
          <a:prstGeom prst="rect">
            <a:avLst/>
          </a:prstGeom>
          <a:noFill/>
        </p:spPr>
        <p:txBody>
          <a:bodyPr wrap="square">
            <a:spAutoFit/>
          </a:bodyPr>
          <a:lstStyle/>
          <a:p>
            <a:pPr marL="342900" indent="-342900" rtl="0" fontAlgn="base">
              <a:lnSpc>
                <a:spcPct val="250000"/>
              </a:lnSpc>
              <a:spcBef>
                <a:spcPts val="0"/>
              </a:spcBef>
              <a:spcAft>
                <a:spcPts val="0"/>
              </a:spcAft>
              <a:buAutoNum type="arabicPeriod"/>
            </a:pPr>
            <a:r>
              <a:rPr lang="en-US" sz="1800" b="0" i="0" u="none" strike="noStrike" dirty="0">
                <a:effectLst/>
                <a:latin typeface="Khmer OS Siemreap" panose="02000500000000020004" pitchFamily="2" charset="77"/>
                <a:cs typeface="Khmer OS Siemreap" panose="02000500000000020004" pitchFamily="2" charset="77"/>
              </a:rPr>
              <a:t>Create order</a:t>
            </a:r>
          </a:p>
          <a:p>
            <a:pPr marL="342900" indent="-342900" rtl="0" fontAlgn="base">
              <a:lnSpc>
                <a:spcPct val="250000"/>
              </a:lnSpc>
              <a:spcBef>
                <a:spcPts val="0"/>
              </a:spcBef>
              <a:spcAft>
                <a:spcPts val="0"/>
              </a:spcAft>
              <a:buAutoNum type="arabicPeriod"/>
            </a:pPr>
            <a:r>
              <a:rPr lang="en-US" dirty="0">
                <a:latin typeface="Khmer OS Siemreap" panose="02000500000000020004" pitchFamily="2" charset="77"/>
                <a:cs typeface="Khmer OS Siemreap" panose="02000500000000020004" pitchFamily="2" charset="77"/>
              </a:rPr>
              <a:t>Initiate payment</a:t>
            </a:r>
          </a:p>
          <a:p>
            <a:pPr marL="342900" indent="-342900" rtl="0" fontAlgn="base">
              <a:lnSpc>
                <a:spcPct val="250000"/>
              </a:lnSpc>
              <a:spcBef>
                <a:spcPts val="0"/>
              </a:spcBef>
              <a:spcAft>
                <a:spcPts val="0"/>
              </a:spcAft>
              <a:buAutoNum type="arabicPeriod"/>
            </a:pPr>
            <a:r>
              <a:rPr lang="en-US" dirty="0">
                <a:latin typeface="Khmer OS Siemreap" panose="02000500000000020004" pitchFamily="2" charset="77"/>
                <a:cs typeface="Khmer OS Siemreap" panose="02000500000000020004" pitchFamily="2" charset="77"/>
              </a:rPr>
              <a:t>Display QR</a:t>
            </a:r>
          </a:p>
        </p:txBody>
      </p:sp>
      <p:pic>
        <p:nvPicPr>
          <p:cNvPr id="5122" name="Picture 2" descr="Order - Free icons">
            <a:extLst>
              <a:ext uri="{FF2B5EF4-FFF2-40B4-BE49-F238E27FC236}">
                <a16:creationId xmlns:a16="http://schemas.microsoft.com/office/drawing/2014/main" id="{5E4F4204-509D-D74F-9A66-F0F0CFCBC7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6413" y="1650584"/>
            <a:ext cx="1778416" cy="1778416"/>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Payment Icon Stock Illustrations – 493,276 Payment Icon Stock  Illustrations, Vectors &amp; Clipart - Dreamstime">
            <a:extLst>
              <a:ext uri="{FF2B5EF4-FFF2-40B4-BE49-F238E27FC236}">
                <a16:creationId xmlns:a16="http://schemas.microsoft.com/office/drawing/2014/main" id="{CED0F509-C1EB-7348-9F6D-BD6907853C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9324" y="1650584"/>
            <a:ext cx="2034082" cy="2034082"/>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QR code scanning smartphone app color icon. Barcode authorization. Mobile  phone reading barcode on PC screen. Matrix code displayed on laptop  scanning with smartphone. Isolated vector illustration 7982109 Vector Art  at Vecteezy">
            <a:extLst>
              <a:ext uri="{FF2B5EF4-FFF2-40B4-BE49-F238E27FC236}">
                <a16:creationId xmlns:a16="http://schemas.microsoft.com/office/drawing/2014/main" id="{79D80600-808B-1543-8AD8-6D0824F419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79938" y="3826881"/>
            <a:ext cx="2065950" cy="2065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9607339"/>
      </p:ext>
    </p:extLst>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80A2E2D-06D8-6848-830A-2F9FCD88CE1A}"/>
              </a:ext>
            </a:extLst>
          </p:cNvPr>
          <p:cNvSpPr/>
          <p:nvPr/>
        </p:nvSpPr>
        <p:spPr>
          <a:xfrm>
            <a:off x="436755" y="260705"/>
            <a:ext cx="2787686" cy="623248"/>
          </a:xfrm>
          <a:prstGeom prst="rect">
            <a:avLst/>
          </a:prstGeom>
          <a:noFill/>
        </p:spPr>
        <p:txBody>
          <a:bodyPr wrap="none" lIns="68580" tIns="34290" rIns="68580" bIns="34290">
            <a:spAutoFit/>
          </a:bodyPr>
          <a:lstStyle/>
          <a:p>
            <a:r>
              <a:rPr lang="en-US" sz="3600" b="1" dirty="0">
                <a:ln w="0"/>
                <a:solidFill>
                  <a:schemeClr val="bg1"/>
                </a:solidFill>
                <a:latin typeface="Aptos Black" panose="020B0004020202020204" pitchFamily="34" charset="0"/>
                <a:ea typeface="Roboto" panose="02000000000000000000" pitchFamily="2" charset="0"/>
                <a:cs typeface="Times New Roman" panose="02020603050405020304" pitchFamily="18" charset="0"/>
              </a:rPr>
              <a:t>Overall flow</a:t>
            </a:r>
          </a:p>
        </p:txBody>
      </p:sp>
      <p:pic>
        <p:nvPicPr>
          <p:cNvPr id="9" name="Picture 8">
            <a:extLst>
              <a:ext uri="{FF2B5EF4-FFF2-40B4-BE49-F238E27FC236}">
                <a16:creationId xmlns:a16="http://schemas.microsoft.com/office/drawing/2014/main" id="{3B35FEDB-E06E-A444-957B-3710ABF01D7C}"/>
              </a:ext>
            </a:extLst>
          </p:cNvPr>
          <p:cNvPicPr>
            <a:picLocks noChangeAspect="1"/>
          </p:cNvPicPr>
          <p:nvPr/>
        </p:nvPicPr>
        <p:blipFill>
          <a:blip r:embed="rId2"/>
          <a:stretch>
            <a:fillRect/>
          </a:stretch>
        </p:blipFill>
        <p:spPr>
          <a:xfrm>
            <a:off x="436755" y="2311400"/>
            <a:ext cx="8775700" cy="1346200"/>
          </a:xfrm>
          <a:prstGeom prst="rect">
            <a:avLst/>
          </a:prstGeom>
        </p:spPr>
      </p:pic>
      <p:sp>
        <p:nvSpPr>
          <p:cNvPr id="10" name="Rectangle 9">
            <a:extLst>
              <a:ext uri="{FF2B5EF4-FFF2-40B4-BE49-F238E27FC236}">
                <a16:creationId xmlns:a16="http://schemas.microsoft.com/office/drawing/2014/main" id="{9A45DED7-6239-384C-8F87-379DA8FEDDFA}"/>
              </a:ext>
            </a:extLst>
          </p:cNvPr>
          <p:cNvSpPr/>
          <p:nvPr/>
        </p:nvSpPr>
        <p:spPr>
          <a:xfrm>
            <a:off x="654471" y="1546637"/>
            <a:ext cx="3175549" cy="623248"/>
          </a:xfrm>
          <a:prstGeom prst="rect">
            <a:avLst/>
          </a:prstGeom>
          <a:noFill/>
        </p:spPr>
        <p:txBody>
          <a:bodyPr wrap="none" lIns="68580" tIns="34290" rIns="68580" bIns="34290">
            <a:spAutoFit/>
          </a:bodyPr>
          <a:lstStyle/>
          <a:p>
            <a:r>
              <a:rPr lang="en-US" sz="3600" b="1" dirty="0">
                <a:ln w="0"/>
                <a:solidFill>
                  <a:srgbClr val="006EB5"/>
                </a:solidFill>
                <a:latin typeface="Aptos Black" panose="020B0004020202020204" pitchFamily="34" charset="0"/>
                <a:ea typeface="Roboto" panose="02000000000000000000" pitchFamily="2" charset="0"/>
                <a:cs typeface="Times New Roman" panose="02020603050405020304" pitchFamily="18" charset="0"/>
              </a:rPr>
              <a:t>Frontend flow</a:t>
            </a:r>
          </a:p>
        </p:txBody>
      </p:sp>
      <p:sp>
        <p:nvSpPr>
          <p:cNvPr id="11" name="Rectangle 10">
            <a:extLst>
              <a:ext uri="{FF2B5EF4-FFF2-40B4-BE49-F238E27FC236}">
                <a16:creationId xmlns:a16="http://schemas.microsoft.com/office/drawing/2014/main" id="{5AD0F42E-817E-3342-A7DA-72089A641B12}"/>
              </a:ext>
            </a:extLst>
          </p:cNvPr>
          <p:cNvSpPr/>
          <p:nvPr/>
        </p:nvSpPr>
        <p:spPr>
          <a:xfrm>
            <a:off x="654470" y="3919723"/>
            <a:ext cx="3093539" cy="623248"/>
          </a:xfrm>
          <a:prstGeom prst="rect">
            <a:avLst/>
          </a:prstGeom>
          <a:noFill/>
        </p:spPr>
        <p:txBody>
          <a:bodyPr wrap="none" lIns="68580" tIns="34290" rIns="68580" bIns="34290">
            <a:spAutoFit/>
          </a:bodyPr>
          <a:lstStyle/>
          <a:p>
            <a:r>
              <a:rPr lang="en-US" sz="3600" b="1" dirty="0">
                <a:ln w="0"/>
                <a:solidFill>
                  <a:srgbClr val="006EB5"/>
                </a:solidFill>
                <a:latin typeface="Aptos Black" panose="020B0004020202020204" pitchFamily="34" charset="0"/>
                <a:ea typeface="Roboto" panose="02000000000000000000" pitchFamily="2" charset="0"/>
                <a:cs typeface="Times New Roman" panose="02020603050405020304" pitchFamily="18" charset="0"/>
              </a:rPr>
              <a:t>Backend flow</a:t>
            </a:r>
          </a:p>
        </p:txBody>
      </p:sp>
      <p:pic>
        <p:nvPicPr>
          <p:cNvPr id="12" name="Picture 11">
            <a:extLst>
              <a:ext uri="{FF2B5EF4-FFF2-40B4-BE49-F238E27FC236}">
                <a16:creationId xmlns:a16="http://schemas.microsoft.com/office/drawing/2014/main" id="{3B1DF514-9681-CC4B-A273-5AF96278C440}"/>
              </a:ext>
            </a:extLst>
          </p:cNvPr>
          <p:cNvPicPr>
            <a:picLocks noChangeAspect="1"/>
          </p:cNvPicPr>
          <p:nvPr/>
        </p:nvPicPr>
        <p:blipFill>
          <a:blip r:embed="rId3"/>
          <a:stretch>
            <a:fillRect/>
          </a:stretch>
        </p:blipFill>
        <p:spPr>
          <a:xfrm>
            <a:off x="632699" y="4805094"/>
            <a:ext cx="8153400" cy="1168400"/>
          </a:xfrm>
          <a:prstGeom prst="rect">
            <a:avLst/>
          </a:prstGeom>
        </p:spPr>
      </p:pic>
    </p:spTree>
    <p:extLst>
      <p:ext uri="{BB962C8B-B14F-4D97-AF65-F5344CB8AC3E}">
        <p14:creationId xmlns:p14="http://schemas.microsoft.com/office/powerpoint/2010/main" val="1372513835"/>
      </p:ext>
    </p:extLst>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80A2E2D-06D8-6848-830A-2F9FCD88CE1A}"/>
              </a:ext>
            </a:extLst>
          </p:cNvPr>
          <p:cNvSpPr/>
          <p:nvPr/>
        </p:nvSpPr>
        <p:spPr>
          <a:xfrm>
            <a:off x="436755" y="260705"/>
            <a:ext cx="3628237" cy="623248"/>
          </a:xfrm>
          <a:prstGeom prst="rect">
            <a:avLst/>
          </a:prstGeom>
          <a:noFill/>
        </p:spPr>
        <p:txBody>
          <a:bodyPr wrap="none" lIns="68580" tIns="34290" rIns="68580" bIns="34290">
            <a:spAutoFit/>
          </a:bodyPr>
          <a:lstStyle/>
          <a:p>
            <a:r>
              <a:rPr lang="en-US" sz="3600" b="1" dirty="0">
                <a:ln w="0"/>
                <a:solidFill>
                  <a:schemeClr val="bg1"/>
                </a:solidFill>
                <a:latin typeface="Aptos Black" panose="020B0004020202020204" pitchFamily="34" charset="0"/>
                <a:ea typeface="Roboto" panose="02000000000000000000" pitchFamily="2" charset="0"/>
                <a:cs typeface="Times New Roman" panose="02020603050405020304" pitchFamily="18" charset="0"/>
              </a:rPr>
              <a:t>Common Issues</a:t>
            </a:r>
          </a:p>
        </p:txBody>
      </p:sp>
      <p:sp>
        <p:nvSpPr>
          <p:cNvPr id="6" name="TextBox 5">
            <a:extLst>
              <a:ext uri="{FF2B5EF4-FFF2-40B4-BE49-F238E27FC236}">
                <a16:creationId xmlns:a16="http://schemas.microsoft.com/office/drawing/2014/main" id="{5BCF93DB-4AAC-744F-A782-D9199C8D228F}"/>
              </a:ext>
            </a:extLst>
          </p:cNvPr>
          <p:cNvSpPr txBox="1"/>
          <p:nvPr/>
        </p:nvSpPr>
        <p:spPr>
          <a:xfrm>
            <a:off x="1159234" y="2083003"/>
            <a:ext cx="5811515" cy="3070071"/>
          </a:xfrm>
          <a:prstGeom prst="rect">
            <a:avLst/>
          </a:prstGeom>
          <a:noFill/>
        </p:spPr>
        <p:txBody>
          <a:bodyPr wrap="square">
            <a:spAutoFit/>
          </a:bodyPr>
          <a:lstStyle/>
          <a:p>
            <a:endParaRPr lang="km-KH" b="1" dirty="0"/>
          </a:p>
          <a:p>
            <a:pPr marL="285750" indent="-285750" fontAlgn="base">
              <a:lnSpc>
                <a:spcPct val="200000"/>
              </a:lnSpc>
              <a:buFont typeface="Arial" panose="020B0604020202020204" pitchFamily="34" charset="0"/>
              <a:buChar char="•"/>
            </a:pPr>
            <a:r>
              <a:rPr lang="en-US" dirty="0">
                <a:latin typeface="Khmer OS Siemreap" panose="02000500000000020004" pitchFamily="2" charset="77"/>
                <a:cs typeface="Khmer OS Siemreap" panose="02000500000000020004" pitchFamily="2" charset="77"/>
              </a:rPr>
              <a:t>Wrong hash order</a:t>
            </a:r>
          </a:p>
          <a:p>
            <a:pPr marL="285750" indent="-285750" fontAlgn="base">
              <a:lnSpc>
                <a:spcPct val="200000"/>
              </a:lnSpc>
              <a:buFont typeface="Arial" panose="020B0604020202020204" pitchFamily="34" charset="0"/>
              <a:buChar char="•"/>
            </a:pPr>
            <a:r>
              <a:rPr lang="en-US" dirty="0">
                <a:latin typeface="Khmer OS Siemreap" panose="02000500000000020004" pitchFamily="2" charset="77"/>
                <a:cs typeface="Khmer OS Siemreap" panose="02000500000000020004" pitchFamily="2" charset="77"/>
              </a:rPr>
              <a:t>Missing fields</a:t>
            </a:r>
          </a:p>
          <a:p>
            <a:pPr marL="285750" indent="-285750" fontAlgn="base">
              <a:lnSpc>
                <a:spcPct val="200000"/>
              </a:lnSpc>
              <a:buFont typeface="Arial" panose="020B0604020202020204" pitchFamily="34" charset="0"/>
              <a:buChar char="•"/>
            </a:pPr>
            <a:r>
              <a:rPr lang="en-US" dirty="0">
                <a:latin typeface="Khmer OS Siemreap" panose="02000500000000020004" pitchFamily="2" charset="77"/>
                <a:cs typeface="Khmer OS Siemreap" panose="02000500000000020004" pitchFamily="2" charset="77"/>
              </a:rPr>
              <a:t>Popup not rendering</a:t>
            </a:r>
          </a:p>
          <a:p>
            <a:pPr marL="285750" indent="-285750" fontAlgn="base">
              <a:lnSpc>
                <a:spcPct val="200000"/>
              </a:lnSpc>
              <a:buFont typeface="Arial" panose="020B0604020202020204" pitchFamily="34" charset="0"/>
              <a:buChar char="•"/>
            </a:pPr>
            <a:r>
              <a:rPr lang="en-US" dirty="0">
                <a:latin typeface="Khmer OS Siemreap" panose="02000500000000020004" pitchFamily="2" charset="77"/>
                <a:cs typeface="Khmer OS Siemreap" panose="02000500000000020004" pitchFamily="2" charset="77"/>
              </a:rPr>
              <a:t>403 after success (UI issue)</a:t>
            </a:r>
          </a:p>
          <a:p>
            <a:pPr marL="285750" indent="-285750" fontAlgn="base">
              <a:lnSpc>
                <a:spcPct val="200000"/>
              </a:lnSpc>
              <a:buFont typeface="Arial" panose="020B0604020202020204" pitchFamily="34" charset="0"/>
              <a:buChar char="•"/>
            </a:pPr>
            <a:r>
              <a:rPr lang="en-US" dirty="0">
                <a:latin typeface="Khmer OS Siemreap" panose="02000500000000020004" pitchFamily="2" charset="77"/>
                <a:cs typeface="Khmer OS Siemreap" panose="02000500000000020004" pitchFamily="2" charset="77"/>
              </a:rPr>
              <a:t>Domain not whitelisted</a:t>
            </a:r>
          </a:p>
        </p:txBody>
      </p:sp>
      <p:pic>
        <p:nvPicPr>
          <p:cNvPr id="1026" name="Picture 2" descr="CNA FLY 2 - UNIT 5 - REVIEW HUB | Baamboozle - Baamboozle | The Most Fun  Classroom Games!">
            <a:extLst>
              <a:ext uri="{FF2B5EF4-FFF2-40B4-BE49-F238E27FC236}">
                <a16:creationId xmlns:a16="http://schemas.microsoft.com/office/drawing/2014/main" id="{032306E6-D8F8-4943-8C2E-06832C84A7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4943" y="2214201"/>
            <a:ext cx="4015921" cy="3147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3122465"/>
      </p:ext>
    </p:extLst>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80A2E2D-06D8-6848-830A-2F9FCD88CE1A}"/>
              </a:ext>
            </a:extLst>
          </p:cNvPr>
          <p:cNvSpPr/>
          <p:nvPr/>
        </p:nvSpPr>
        <p:spPr>
          <a:xfrm>
            <a:off x="436755" y="260705"/>
            <a:ext cx="3031343" cy="623248"/>
          </a:xfrm>
          <a:prstGeom prst="rect">
            <a:avLst/>
          </a:prstGeom>
          <a:noFill/>
        </p:spPr>
        <p:txBody>
          <a:bodyPr wrap="none" lIns="68580" tIns="34290" rIns="68580" bIns="34290">
            <a:spAutoFit/>
          </a:bodyPr>
          <a:lstStyle/>
          <a:p>
            <a:r>
              <a:rPr lang="en-US" sz="3600" b="1" dirty="0">
                <a:ln w="0"/>
                <a:solidFill>
                  <a:schemeClr val="bg1"/>
                </a:solidFill>
                <a:latin typeface="Aptos Black" panose="020B0004020202020204" pitchFamily="34" charset="0"/>
                <a:ea typeface="Roboto" panose="02000000000000000000" pitchFamily="2" charset="0"/>
                <a:cs typeface="Times New Roman" panose="02020603050405020304" pitchFamily="18" charset="0"/>
              </a:rPr>
              <a:t>Best Practice</a:t>
            </a:r>
          </a:p>
        </p:txBody>
      </p:sp>
      <p:sp>
        <p:nvSpPr>
          <p:cNvPr id="6" name="TextBox 5">
            <a:extLst>
              <a:ext uri="{FF2B5EF4-FFF2-40B4-BE49-F238E27FC236}">
                <a16:creationId xmlns:a16="http://schemas.microsoft.com/office/drawing/2014/main" id="{5BCF93DB-4AAC-744F-A782-D9199C8D228F}"/>
              </a:ext>
            </a:extLst>
          </p:cNvPr>
          <p:cNvSpPr txBox="1"/>
          <p:nvPr/>
        </p:nvSpPr>
        <p:spPr>
          <a:xfrm>
            <a:off x="1159234" y="2083003"/>
            <a:ext cx="5811515" cy="1962076"/>
          </a:xfrm>
          <a:prstGeom prst="rect">
            <a:avLst/>
          </a:prstGeom>
          <a:noFill/>
        </p:spPr>
        <p:txBody>
          <a:bodyPr wrap="square">
            <a:spAutoFit/>
          </a:bodyPr>
          <a:lstStyle/>
          <a:p>
            <a:endParaRPr lang="km-KH" b="1" dirty="0"/>
          </a:p>
          <a:p>
            <a:pPr marL="285750" indent="-285750" fontAlgn="base">
              <a:lnSpc>
                <a:spcPct val="200000"/>
              </a:lnSpc>
              <a:buFont typeface="Arial" panose="020B0604020202020204" pitchFamily="34" charset="0"/>
              <a:buChar char="•"/>
            </a:pPr>
            <a:r>
              <a:rPr lang="en-US" dirty="0">
                <a:latin typeface="Khmer OS Siemreap" panose="02000500000000020004" pitchFamily="2" charset="77"/>
                <a:cs typeface="Khmer OS Siemreap" panose="02000500000000020004" pitchFamily="2" charset="77"/>
              </a:rPr>
              <a:t>Keep logic in backend</a:t>
            </a:r>
          </a:p>
          <a:p>
            <a:pPr marL="285750" indent="-285750" fontAlgn="base">
              <a:lnSpc>
                <a:spcPct val="200000"/>
              </a:lnSpc>
              <a:buFont typeface="Arial" panose="020B0604020202020204" pitchFamily="34" charset="0"/>
              <a:buChar char="•"/>
            </a:pPr>
            <a:r>
              <a:rPr lang="en-US" dirty="0">
                <a:latin typeface="Khmer OS Siemreap" panose="02000500000000020004" pitchFamily="2" charset="77"/>
                <a:cs typeface="Khmer OS Siemreap" panose="02000500000000020004" pitchFamily="2" charset="77"/>
              </a:rPr>
              <a:t>Verify payment after success</a:t>
            </a:r>
          </a:p>
          <a:p>
            <a:pPr marL="285750" indent="-285750" fontAlgn="base">
              <a:lnSpc>
                <a:spcPct val="200000"/>
              </a:lnSpc>
              <a:buFont typeface="Arial" panose="020B0604020202020204" pitchFamily="34" charset="0"/>
              <a:buChar char="•"/>
            </a:pPr>
            <a:r>
              <a:rPr lang="en-US" dirty="0">
                <a:latin typeface="Khmer OS Siemreap" panose="02000500000000020004" pitchFamily="2" charset="77"/>
                <a:cs typeface="Khmer OS Siemreap" panose="02000500000000020004" pitchFamily="2" charset="77"/>
              </a:rPr>
              <a:t>Log payload + hash</a:t>
            </a:r>
          </a:p>
        </p:txBody>
      </p:sp>
      <p:pic>
        <p:nvPicPr>
          <p:cNvPr id="3074" name="Picture 2" descr="Best Practice - YouTube">
            <a:extLst>
              <a:ext uri="{FF2B5EF4-FFF2-40B4-BE49-F238E27FC236}">
                <a16:creationId xmlns:a16="http://schemas.microsoft.com/office/drawing/2014/main" id="{766D177F-EDE9-5F43-A7CF-F23C01BBDA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1457" y="1393371"/>
            <a:ext cx="4071257" cy="40712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4010401"/>
      </p:ext>
    </p:extLst>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80A2E2D-06D8-6848-830A-2F9FCD88CE1A}"/>
              </a:ext>
            </a:extLst>
          </p:cNvPr>
          <p:cNvSpPr/>
          <p:nvPr/>
        </p:nvSpPr>
        <p:spPr>
          <a:xfrm>
            <a:off x="436755" y="260705"/>
            <a:ext cx="2920992" cy="623248"/>
          </a:xfrm>
          <a:prstGeom prst="rect">
            <a:avLst/>
          </a:prstGeom>
          <a:noFill/>
        </p:spPr>
        <p:txBody>
          <a:bodyPr wrap="none" lIns="68580" tIns="34290" rIns="68580" bIns="34290">
            <a:spAutoFit/>
          </a:bodyPr>
          <a:lstStyle/>
          <a:p>
            <a:r>
              <a:rPr lang="en-US" sz="3600" b="1" dirty="0">
                <a:ln w="0"/>
                <a:solidFill>
                  <a:schemeClr val="bg1"/>
                </a:solidFill>
                <a:latin typeface="Aptos Black" panose="020B0004020202020204" pitchFamily="34" charset="0"/>
                <a:ea typeface="Roboto" panose="02000000000000000000" pitchFamily="2" charset="0"/>
                <a:cs typeface="Times New Roman" panose="02020603050405020304" pitchFamily="18" charset="0"/>
              </a:rPr>
              <a:t>Environment</a:t>
            </a:r>
          </a:p>
        </p:txBody>
      </p:sp>
      <p:pic>
        <p:nvPicPr>
          <p:cNvPr id="3" name="Picture 2">
            <a:extLst>
              <a:ext uri="{FF2B5EF4-FFF2-40B4-BE49-F238E27FC236}">
                <a16:creationId xmlns:a16="http://schemas.microsoft.com/office/drawing/2014/main" id="{4956E552-5333-2C40-BBCB-45E7AD8CAC5E}"/>
              </a:ext>
            </a:extLst>
          </p:cNvPr>
          <p:cNvPicPr>
            <a:picLocks noChangeAspect="1"/>
          </p:cNvPicPr>
          <p:nvPr/>
        </p:nvPicPr>
        <p:blipFill>
          <a:blip r:embed="rId2"/>
          <a:stretch>
            <a:fillRect/>
          </a:stretch>
        </p:blipFill>
        <p:spPr>
          <a:xfrm>
            <a:off x="1619794" y="1487843"/>
            <a:ext cx="5449133" cy="4649834"/>
          </a:xfrm>
          <a:prstGeom prst="rect">
            <a:avLst/>
          </a:prstGeom>
        </p:spPr>
      </p:pic>
    </p:spTree>
    <p:extLst>
      <p:ext uri="{BB962C8B-B14F-4D97-AF65-F5344CB8AC3E}">
        <p14:creationId xmlns:p14="http://schemas.microsoft.com/office/powerpoint/2010/main" val="4236672016"/>
      </p:ext>
    </p:extLst>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EC3732-F759-6248-98DE-FFF98CBC3BAC}"/>
              </a:ext>
            </a:extLst>
          </p:cNvPr>
          <p:cNvSpPr/>
          <p:nvPr/>
        </p:nvSpPr>
        <p:spPr>
          <a:xfrm>
            <a:off x="5074069" y="2061169"/>
            <a:ext cx="2392001" cy="623248"/>
          </a:xfrm>
          <a:prstGeom prst="rect">
            <a:avLst/>
          </a:prstGeom>
          <a:noFill/>
        </p:spPr>
        <p:txBody>
          <a:bodyPr wrap="none" lIns="68580" tIns="34290" rIns="68580" bIns="34290">
            <a:spAutoFit/>
          </a:bodyPr>
          <a:lstStyle/>
          <a:p>
            <a:r>
              <a:rPr lang="en-US" sz="3600" b="1" dirty="0">
                <a:ln w="0"/>
                <a:solidFill>
                  <a:schemeClr val="bg1"/>
                </a:solidFill>
                <a:latin typeface="Aptos Black" panose="020B0004020202020204" pitchFamily="34" charset="0"/>
                <a:ea typeface="Roboto" panose="02000000000000000000" pitchFamily="2" charset="0"/>
                <a:cs typeface="Times New Roman" panose="02020603050405020304" pitchFamily="18" charset="0"/>
              </a:rPr>
              <a:t>Reference</a:t>
            </a:r>
          </a:p>
        </p:txBody>
      </p:sp>
      <p:sp>
        <p:nvSpPr>
          <p:cNvPr id="3" name="TextBox 2">
            <a:extLst>
              <a:ext uri="{FF2B5EF4-FFF2-40B4-BE49-F238E27FC236}">
                <a16:creationId xmlns:a16="http://schemas.microsoft.com/office/drawing/2014/main" id="{4B4D83D9-C47A-C84F-95AA-D7218E1698A9}"/>
              </a:ext>
            </a:extLst>
          </p:cNvPr>
          <p:cNvSpPr txBox="1"/>
          <p:nvPr/>
        </p:nvSpPr>
        <p:spPr>
          <a:xfrm>
            <a:off x="1265273" y="3162124"/>
            <a:ext cx="10494335" cy="600164"/>
          </a:xfrm>
          <a:prstGeom prst="rect">
            <a:avLst/>
          </a:prstGeom>
          <a:noFill/>
        </p:spPr>
        <p:txBody>
          <a:bodyPr wrap="square" rtlCol="0">
            <a:spAutoFit/>
          </a:bodyPr>
          <a:lstStyle/>
          <a:p>
            <a:pPr marL="285750" indent="-285750">
              <a:lnSpc>
                <a:spcPct val="150000"/>
              </a:lnSpc>
              <a:buFontTx/>
              <a:buChar char="-"/>
            </a:pPr>
            <a:r>
              <a:rPr lang="en-US" sz="2400" dirty="0">
                <a:solidFill>
                  <a:schemeClr val="bg1"/>
                </a:solidFill>
                <a:latin typeface="Khmer OS Siemreap" panose="02000500000000020004" pitchFamily="2" charset="77"/>
                <a:cs typeface="Khmer OS Siemreap" panose="02000500000000020004" pitchFamily="2" charset="77"/>
              </a:rPr>
              <a:t>https://</a:t>
            </a:r>
            <a:r>
              <a:rPr lang="en-US" sz="2400" dirty="0" err="1">
                <a:solidFill>
                  <a:schemeClr val="bg1"/>
                </a:solidFill>
                <a:latin typeface="Khmer OS Siemreap" panose="02000500000000020004" pitchFamily="2" charset="77"/>
                <a:cs typeface="Khmer OS Siemreap" panose="02000500000000020004" pitchFamily="2" charset="77"/>
              </a:rPr>
              <a:t>developer.payway.com.kh</a:t>
            </a:r>
            <a:endParaRPr lang="en-US" sz="2400" dirty="0">
              <a:solidFill>
                <a:schemeClr val="bg1"/>
              </a:solidFill>
              <a:latin typeface="Khmer OS Siemreap" panose="02000500000000020004" pitchFamily="2" charset="77"/>
              <a:cs typeface="Khmer OS Siemreap" panose="02000500000000020004" pitchFamily="2" charset="77"/>
            </a:endParaRPr>
          </a:p>
        </p:txBody>
      </p:sp>
    </p:spTree>
    <p:extLst>
      <p:ext uri="{BB962C8B-B14F-4D97-AF65-F5344CB8AC3E}">
        <p14:creationId xmlns:p14="http://schemas.microsoft.com/office/powerpoint/2010/main" val="2818962816"/>
      </p:ext>
    </p:extLst>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Q&amp;A Images – Browse 228,851 Stock Photos, Vectors, and Video | Adobe Stock">
            <a:extLst>
              <a:ext uri="{FF2B5EF4-FFF2-40B4-BE49-F238E27FC236}">
                <a16:creationId xmlns:a16="http://schemas.microsoft.com/office/drawing/2014/main" id="{11FE7E59-125F-6C4B-B8BF-31BD6CEBA6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1556" y="1647884"/>
            <a:ext cx="5086074" cy="35622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100839"/>
      </p:ext>
    </p:extLst>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051237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4264</TotalTime>
  <Words>62</Words>
  <Application>Microsoft Office PowerPoint</Application>
  <PresentationFormat>Widescreen</PresentationFormat>
  <Paragraphs>23</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 Black</vt:lpstr>
      <vt:lpstr>Arial</vt:lpstr>
      <vt:lpstr>Calibri</vt:lpstr>
      <vt:lpstr>Khmer OS Siemreap</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EM Seyha</cp:lastModifiedBy>
  <cp:revision>34</cp:revision>
  <dcterms:created xsi:type="dcterms:W3CDTF">2025-10-06T13:45:52Z</dcterms:created>
  <dcterms:modified xsi:type="dcterms:W3CDTF">2026-04-09T13:49:14Z</dcterms:modified>
</cp:coreProperties>
</file>