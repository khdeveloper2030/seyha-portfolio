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401" r:id="rId3"/>
    <p:sldId id="402" r:id="rId4"/>
    <p:sldId id="403" r:id="rId5"/>
    <p:sldId id="405" r:id="rId6"/>
    <p:sldId id="404" r:id="rId7"/>
    <p:sldId id="407" r:id="rId8"/>
    <p:sldId id="406" r:id="rId9"/>
    <p:sldId id="408" r:id="rId10"/>
    <p:sldId id="409" r:id="rId11"/>
    <p:sldId id="410" r:id="rId12"/>
    <p:sldId id="411" r:id="rId13"/>
    <p:sldId id="412" r:id="rId14"/>
    <p:sldId id="413" r:id="rId15"/>
    <p:sldId id="414" r:id="rId16"/>
    <p:sldId id="415" r:id="rId17"/>
    <p:sldId id="350" r:id="rId18"/>
    <p:sldId id="347" r:id="rId19"/>
    <p:sldId id="346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EB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17"/>
    <p:restoredTop sz="96327"/>
  </p:normalViewPr>
  <p:slideViewPr>
    <p:cSldViewPr snapToGrid="0" snapToObjects="1">
      <p:cViewPr varScale="1">
        <p:scale>
          <a:sx n="76" d="100"/>
          <a:sy n="76" d="100"/>
        </p:scale>
        <p:origin x="22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hyperlink" Target="https://app.salaitdevelopment.com/" TargetMode="External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jpg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 preserve="1">
  <p:cSld name="1_Title slide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nip Single Corner Rectangle 45">
            <a:extLst>
              <a:ext uri="{FF2B5EF4-FFF2-40B4-BE49-F238E27FC236}">
                <a16:creationId xmlns:a16="http://schemas.microsoft.com/office/drawing/2014/main" id="{EE1A6E72-DF69-9936-4B5F-AC93BB388E1C}"/>
              </a:ext>
            </a:extLst>
          </p:cNvPr>
          <p:cNvSpPr/>
          <p:nvPr userDrawn="1"/>
        </p:nvSpPr>
        <p:spPr>
          <a:xfrm>
            <a:off x="0" y="5008880"/>
            <a:ext cx="12192000" cy="1852507"/>
          </a:xfrm>
          <a:prstGeom prst="snip1Rect">
            <a:avLst>
              <a:gd name="adj" fmla="val 50000"/>
            </a:avLst>
          </a:prstGeom>
          <a:solidFill>
            <a:srgbClr val="006EB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600" b="0" dirty="0">
                <a:effectLst/>
              </a:rPr>
              <a:t> </a:t>
            </a:r>
            <a:endParaRPr lang="en-US" sz="400000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C6772484-0ED3-6CF8-76CE-48F05546AAA9}"/>
              </a:ext>
            </a:extLst>
          </p:cNvPr>
          <p:cNvGrpSpPr/>
          <p:nvPr userDrawn="1"/>
        </p:nvGrpSpPr>
        <p:grpSpPr>
          <a:xfrm>
            <a:off x="7046848" y="6172759"/>
            <a:ext cx="7082325" cy="624227"/>
            <a:chOff x="5285136" y="4310323"/>
            <a:chExt cx="5311744" cy="468170"/>
          </a:xfrm>
        </p:grpSpPr>
        <p:sp>
          <p:nvSpPr>
            <p:cNvPr id="8" name="Freeform 39">
              <a:extLst>
                <a:ext uri="{FF2B5EF4-FFF2-40B4-BE49-F238E27FC236}">
                  <a16:creationId xmlns:a16="http://schemas.microsoft.com/office/drawing/2014/main" id="{0BEC4127-EC3B-1641-354B-385A1ED09DE1}"/>
                </a:ext>
              </a:extLst>
            </p:cNvPr>
            <p:cNvSpPr/>
            <p:nvPr userDrawn="1"/>
          </p:nvSpPr>
          <p:spPr>
            <a:xfrm rot="10800000" flipH="1" flipV="1">
              <a:off x="6138862" y="4658911"/>
              <a:ext cx="151425" cy="119582"/>
            </a:xfrm>
            <a:custGeom>
              <a:avLst/>
              <a:gdLst/>
              <a:ahLst/>
              <a:cxnLst/>
              <a:rect l="l" t="t" r="r" b="b"/>
              <a:pathLst>
                <a:path w="98375" h="77688">
                  <a:moveTo>
                    <a:pt x="78134" y="0"/>
                  </a:moveTo>
                  <a:lnTo>
                    <a:pt x="98375" y="11757"/>
                  </a:lnTo>
                  <a:cubicBezTo>
                    <a:pt x="89842" y="25251"/>
                    <a:pt x="85427" y="38943"/>
                    <a:pt x="85129" y="52834"/>
                  </a:cubicBezTo>
                  <a:lnTo>
                    <a:pt x="85129" y="77688"/>
                  </a:lnTo>
                  <a:lnTo>
                    <a:pt x="51048" y="77688"/>
                  </a:lnTo>
                  <a:lnTo>
                    <a:pt x="51048" y="55364"/>
                  </a:lnTo>
                  <a:cubicBezTo>
                    <a:pt x="51048" y="46037"/>
                    <a:pt x="53652" y="36090"/>
                    <a:pt x="58861" y="25524"/>
                  </a:cubicBezTo>
                  <a:cubicBezTo>
                    <a:pt x="64070" y="14957"/>
                    <a:pt x="70494" y="6449"/>
                    <a:pt x="78134" y="0"/>
                  </a:cubicBezTo>
                  <a:close/>
                  <a:moveTo>
                    <a:pt x="27086" y="0"/>
                  </a:moveTo>
                  <a:lnTo>
                    <a:pt x="47327" y="11757"/>
                  </a:lnTo>
                  <a:cubicBezTo>
                    <a:pt x="38794" y="25251"/>
                    <a:pt x="34379" y="38943"/>
                    <a:pt x="34081" y="52834"/>
                  </a:cubicBezTo>
                  <a:lnTo>
                    <a:pt x="34081" y="77688"/>
                  </a:lnTo>
                  <a:lnTo>
                    <a:pt x="0" y="77688"/>
                  </a:lnTo>
                  <a:lnTo>
                    <a:pt x="0" y="55364"/>
                  </a:lnTo>
                  <a:cubicBezTo>
                    <a:pt x="0" y="46037"/>
                    <a:pt x="2604" y="36090"/>
                    <a:pt x="7813" y="25524"/>
                  </a:cubicBezTo>
                  <a:cubicBezTo>
                    <a:pt x="13022" y="14957"/>
                    <a:pt x="19446" y="6449"/>
                    <a:pt x="27086" y="0"/>
                  </a:cubicBezTo>
                  <a:close/>
                </a:path>
              </a:pathLst>
            </a:custGeom>
            <a:solidFill>
              <a:srgbClr val="006EB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400"/>
            </a:p>
          </p:txBody>
        </p: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10A9A897-311C-8A2E-B2C9-D0E71450D5B6}"/>
                </a:ext>
              </a:extLst>
            </p:cNvPr>
            <p:cNvGrpSpPr/>
            <p:nvPr userDrawn="1"/>
          </p:nvGrpSpPr>
          <p:grpSpPr>
            <a:xfrm>
              <a:off x="5285136" y="4310323"/>
              <a:ext cx="5311744" cy="404831"/>
              <a:chOff x="631856" y="3548776"/>
              <a:chExt cx="5311744" cy="404831"/>
            </a:xfrm>
          </p:grpSpPr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D8284C36-E4D1-4F7B-AAC5-8F77739A469A}"/>
                  </a:ext>
                </a:extLst>
              </p:cNvPr>
              <p:cNvSpPr/>
              <p:nvPr/>
            </p:nvSpPr>
            <p:spPr>
              <a:xfrm>
                <a:off x="902168" y="3638136"/>
                <a:ext cx="5041432" cy="315471"/>
              </a:xfrm>
              <a:prstGeom prst="rect">
                <a:avLst/>
              </a:prstGeom>
            </p:spPr>
            <p:txBody>
              <a:bodyPr wrap="square" anchor="ctr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ID" sz="1600" b="1" dirty="0">
                    <a:solidFill>
                      <a:schemeClr val="bg1"/>
                    </a:solidFill>
                    <a:latin typeface="Roboto" panose="02000000000000000000" pitchFamily="2" charset="0"/>
                    <a:ea typeface="Roboto" panose="02000000000000000000" pitchFamily="2" charset="0"/>
                  </a:rPr>
                  <a:t>UNLOCK YOUR POTENTIAL</a:t>
                </a:r>
              </a:p>
            </p:txBody>
          </p:sp>
          <p:sp>
            <p:nvSpPr>
              <p:cNvPr id="6" name="Freeform 39">
                <a:extLst>
                  <a:ext uri="{FF2B5EF4-FFF2-40B4-BE49-F238E27FC236}">
                    <a16:creationId xmlns:a16="http://schemas.microsoft.com/office/drawing/2014/main" id="{351FD69F-C469-A277-0658-1C819EDC6609}"/>
                  </a:ext>
                </a:extLst>
              </p:cNvPr>
              <p:cNvSpPr/>
              <p:nvPr/>
            </p:nvSpPr>
            <p:spPr>
              <a:xfrm rot="10800000" flipH="1" flipV="1">
                <a:off x="631856" y="3548776"/>
                <a:ext cx="298720" cy="235903"/>
              </a:xfrm>
              <a:custGeom>
                <a:avLst/>
                <a:gdLst/>
                <a:ahLst/>
                <a:cxnLst/>
                <a:rect l="l" t="t" r="r" b="b"/>
                <a:pathLst>
                  <a:path w="98375" h="77688">
                    <a:moveTo>
                      <a:pt x="78134" y="0"/>
                    </a:moveTo>
                    <a:lnTo>
                      <a:pt x="98375" y="11757"/>
                    </a:lnTo>
                    <a:cubicBezTo>
                      <a:pt x="89842" y="25251"/>
                      <a:pt x="85427" y="38943"/>
                      <a:pt x="85129" y="52834"/>
                    </a:cubicBezTo>
                    <a:lnTo>
                      <a:pt x="85129" y="77688"/>
                    </a:lnTo>
                    <a:lnTo>
                      <a:pt x="51048" y="77688"/>
                    </a:lnTo>
                    <a:lnTo>
                      <a:pt x="51048" y="55364"/>
                    </a:lnTo>
                    <a:cubicBezTo>
                      <a:pt x="51048" y="46037"/>
                      <a:pt x="53652" y="36090"/>
                      <a:pt x="58861" y="25524"/>
                    </a:cubicBezTo>
                    <a:cubicBezTo>
                      <a:pt x="64070" y="14957"/>
                      <a:pt x="70494" y="6449"/>
                      <a:pt x="78134" y="0"/>
                    </a:cubicBezTo>
                    <a:close/>
                    <a:moveTo>
                      <a:pt x="27086" y="0"/>
                    </a:moveTo>
                    <a:lnTo>
                      <a:pt x="47327" y="11757"/>
                    </a:lnTo>
                    <a:cubicBezTo>
                      <a:pt x="38794" y="25251"/>
                      <a:pt x="34379" y="38943"/>
                      <a:pt x="34081" y="52834"/>
                    </a:cubicBezTo>
                    <a:lnTo>
                      <a:pt x="34081" y="77688"/>
                    </a:lnTo>
                    <a:lnTo>
                      <a:pt x="0" y="77688"/>
                    </a:lnTo>
                    <a:lnTo>
                      <a:pt x="0" y="55364"/>
                    </a:lnTo>
                    <a:cubicBezTo>
                      <a:pt x="0" y="46037"/>
                      <a:pt x="2604" y="36090"/>
                      <a:pt x="7813" y="25524"/>
                    </a:cubicBezTo>
                    <a:cubicBezTo>
                      <a:pt x="13022" y="14957"/>
                      <a:pt x="19446" y="6449"/>
                      <a:pt x="27086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sz="2400" dirty="0"/>
              </a:p>
            </p:txBody>
          </p:sp>
        </p:grpSp>
      </p:grpSp>
      <p:pic>
        <p:nvPicPr>
          <p:cNvPr id="10" name="Picture 9">
            <a:extLst>
              <a:ext uri="{FF2B5EF4-FFF2-40B4-BE49-F238E27FC236}">
                <a16:creationId xmlns:a16="http://schemas.microsoft.com/office/drawing/2014/main" id="{3BD4AFEF-1F5B-884F-B784-9ACC610E16C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7307" y="129483"/>
            <a:ext cx="1828800" cy="18288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E9E3F00-B81A-9B41-B6BC-84A26BBC70A0}"/>
              </a:ext>
            </a:extLst>
          </p:cNvPr>
          <p:cNvSpPr txBox="1"/>
          <p:nvPr userDrawn="1"/>
        </p:nvSpPr>
        <p:spPr>
          <a:xfrm>
            <a:off x="251601" y="5230254"/>
            <a:ext cx="18983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"/>
              </a:rPr>
              <a:t>Contact us:</a:t>
            </a:r>
          </a:p>
        </p:txBody>
      </p:sp>
      <p:pic>
        <p:nvPicPr>
          <p:cNvPr id="9" name="Graphic 8" descr="Earth globe: Americas with solid fill">
            <a:extLst>
              <a:ext uri="{FF2B5EF4-FFF2-40B4-BE49-F238E27FC236}">
                <a16:creationId xmlns:a16="http://schemas.microsoft.com/office/drawing/2014/main" id="{A8E61CC3-4923-3F46-B899-22545B4B352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1971" y="6093326"/>
            <a:ext cx="274320" cy="274320"/>
          </a:xfrm>
          <a:prstGeom prst="rect">
            <a:avLst/>
          </a:prstGeom>
        </p:spPr>
      </p:pic>
      <p:pic>
        <p:nvPicPr>
          <p:cNvPr id="12" name="Graphic 11" descr="Receiver with solid fill">
            <a:extLst>
              <a:ext uri="{FF2B5EF4-FFF2-40B4-BE49-F238E27FC236}">
                <a16:creationId xmlns:a16="http://schemas.microsoft.com/office/drawing/2014/main" id="{70089D4B-98F8-184C-9D3D-5726E2CA0C69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31971" y="5663047"/>
            <a:ext cx="274320" cy="27432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34BEFA59-341D-2143-9FE8-154510F763F4}"/>
              </a:ext>
            </a:extLst>
          </p:cNvPr>
          <p:cNvSpPr txBox="1"/>
          <p:nvPr userDrawn="1"/>
        </p:nvSpPr>
        <p:spPr>
          <a:xfrm>
            <a:off x="625690" y="5683789"/>
            <a:ext cx="18983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"/>
              </a:rPr>
              <a:t>011 504 463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39251C8-1DA8-3F47-A00B-566CC72C4D7D}"/>
              </a:ext>
            </a:extLst>
          </p:cNvPr>
          <p:cNvSpPr txBox="1"/>
          <p:nvPr userDrawn="1"/>
        </p:nvSpPr>
        <p:spPr>
          <a:xfrm>
            <a:off x="606291" y="6064500"/>
            <a:ext cx="46179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u="sng" dirty="0">
                <a:solidFill>
                  <a:schemeClr val="bg1"/>
                </a:solidFill>
                <a:latin typeface="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app.salaitdevelopment.com</a:t>
            </a:r>
            <a:endParaRPr lang="en-US" sz="1400" u="sng" dirty="0">
              <a:solidFill>
                <a:schemeClr val="bg1"/>
              </a:solidFill>
              <a:latin typeface=""/>
            </a:endParaRPr>
          </a:p>
        </p:txBody>
      </p:sp>
    </p:spTree>
    <p:extLst>
      <p:ext uri="{BB962C8B-B14F-4D97-AF65-F5344CB8AC3E}">
        <p14:creationId xmlns:p14="http://schemas.microsoft.com/office/powerpoint/2010/main" val="30229924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01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8339F32B-FA24-03B9-DAC0-D994ED26794B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6EB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33"/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BDDBC540-E41E-72E4-E2D2-17EBB6A6C00C}"/>
              </a:ext>
            </a:extLst>
          </p:cNvPr>
          <p:cNvGrpSpPr/>
          <p:nvPr userDrawn="1"/>
        </p:nvGrpSpPr>
        <p:grpSpPr>
          <a:xfrm>
            <a:off x="-39209" y="6312920"/>
            <a:ext cx="12689647" cy="515789"/>
            <a:chOff x="-29407" y="4724530"/>
            <a:chExt cx="9517235" cy="386842"/>
          </a:xfrm>
        </p:grpSpPr>
        <p:pic>
          <p:nvPicPr>
            <p:cNvPr id="39" name="Graphic 38">
              <a:extLst>
                <a:ext uri="{FF2B5EF4-FFF2-40B4-BE49-F238E27FC236}">
                  <a16:creationId xmlns:a16="http://schemas.microsoft.com/office/drawing/2014/main" id="{EC17D452-255F-2D4F-E136-032E261B30E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-29407" y="4724530"/>
              <a:ext cx="4743914" cy="386842"/>
            </a:xfrm>
            <a:prstGeom prst="rect">
              <a:avLst/>
            </a:prstGeom>
          </p:spPr>
        </p:pic>
        <p:pic>
          <p:nvPicPr>
            <p:cNvPr id="41" name="Graphic 40">
              <a:extLst>
                <a:ext uri="{FF2B5EF4-FFF2-40B4-BE49-F238E27FC236}">
                  <a16:creationId xmlns:a16="http://schemas.microsoft.com/office/drawing/2014/main" id="{4C03FF98-DF31-EFC5-E206-664F433C12F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43914" y="4724530"/>
              <a:ext cx="4743914" cy="386842"/>
            </a:xfrm>
            <a:prstGeom prst="rect">
              <a:avLst/>
            </a:prstGeom>
          </p:spPr>
        </p:pic>
      </p:grp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34DD8F2D-F5BB-AE88-C31A-36B2E7B46732}"/>
              </a:ext>
            </a:extLst>
          </p:cNvPr>
          <p:cNvSpPr/>
          <p:nvPr userDrawn="1"/>
        </p:nvSpPr>
        <p:spPr>
          <a:xfrm>
            <a:off x="317888" y="6303356"/>
            <a:ext cx="693651" cy="333573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C383FF56-2E67-4C85-F4AE-939E87DCFA76}"/>
              </a:ext>
            </a:extLst>
          </p:cNvPr>
          <p:cNvGrpSpPr/>
          <p:nvPr userDrawn="1"/>
        </p:nvGrpSpPr>
        <p:grpSpPr>
          <a:xfrm>
            <a:off x="7046848" y="6172759"/>
            <a:ext cx="7082325" cy="624227"/>
            <a:chOff x="5285136" y="4310323"/>
            <a:chExt cx="5311744" cy="468170"/>
          </a:xfrm>
        </p:grpSpPr>
        <p:sp>
          <p:nvSpPr>
            <p:cNvPr id="45" name="Freeform 39">
              <a:extLst>
                <a:ext uri="{FF2B5EF4-FFF2-40B4-BE49-F238E27FC236}">
                  <a16:creationId xmlns:a16="http://schemas.microsoft.com/office/drawing/2014/main" id="{E719884A-0563-31E8-54B2-798D18A386B3}"/>
                </a:ext>
              </a:extLst>
            </p:cNvPr>
            <p:cNvSpPr/>
            <p:nvPr userDrawn="1"/>
          </p:nvSpPr>
          <p:spPr>
            <a:xfrm rot="10800000" flipH="1" flipV="1">
              <a:off x="6138862" y="4658911"/>
              <a:ext cx="151425" cy="119582"/>
            </a:xfrm>
            <a:custGeom>
              <a:avLst/>
              <a:gdLst/>
              <a:ahLst/>
              <a:cxnLst/>
              <a:rect l="l" t="t" r="r" b="b"/>
              <a:pathLst>
                <a:path w="98375" h="77688">
                  <a:moveTo>
                    <a:pt x="78134" y="0"/>
                  </a:moveTo>
                  <a:lnTo>
                    <a:pt x="98375" y="11757"/>
                  </a:lnTo>
                  <a:cubicBezTo>
                    <a:pt x="89842" y="25251"/>
                    <a:pt x="85427" y="38943"/>
                    <a:pt x="85129" y="52834"/>
                  </a:cubicBezTo>
                  <a:lnTo>
                    <a:pt x="85129" y="77688"/>
                  </a:lnTo>
                  <a:lnTo>
                    <a:pt x="51048" y="77688"/>
                  </a:lnTo>
                  <a:lnTo>
                    <a:pt x="51048" y="55364"/>
                  </a:lnTo>
                  <a:cubicBezTo>
                    <a:pt x="51048" y="46037"/>
                    <a:pt x="53652" y="36090"/>
                    <a:pt x="58861" y="25524"/>
                  </a:cubicBezTo>
                  <a:cubicBezTo>
                    <a:pt x="64070" y="14957"/>
                    <a:pt x="70494" y="6449"/>
                    <a:pt x="78134" y="0"/>
                  </a:cubicBezTo>
                  <a:close/>
                  <a:moveTo>
                    <a:pt x="27086" y="0"/>
                  </a:moveTo>
                  <a:lnTo>
                    <a:pt x="47327" y="11757"/>
                  </a:lnTo>
                  <a:cubicBezTo>
                    <a:pt x="38794" y="25251"/>
                    <a:pt x="34379" y="38943"/>
                    <a:pt x="34081" y="52834"/>
                  </a:cubicBezTo>
                  <a:lnTo>
                    <a:pt x="34081" y="77688"/>
                  </a:lnTo>
                  <a:lnTo>
                    <a:pt x="0" y="77688"/>
                  </a:lnTo>
                  <a:lnTo>
                    <a:pt x="0" y="55364"/>
                  </a:lnTo>
                  <a:cubicBezTo>
                    <a:pt x="0" y="46037"/>
                    <a:pt x="2604" y="36090"/>
                    <a:pt x="7813" y="25524"/>
                  </a:cubicBezTo>
                  <a:cubicBezTo>
                    <a:pt x="13022" y="14957"/>
                    <a:pt x="19446" y="6449"/>
                    <a:pt x="27086" y="0"/>
                  </a:cubicBezTo>
                  <a:close/>
                </a:path>
              </a:pathLst>
            </a:custGeom>
            <a:solidFill>
              <a:srgbClr val="006EB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400"/>
            </a:p>
          </p:txBody>
        </p:sp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0CEFFDDC-8FB3-4C51-2765-0203337A6E07}"/>
                </a:ext>
              </a:extLst>
            </p:cNvPr>
            <p:cNvGrpSpPr/>
            <p:nvPr userDrawn="1"/>
          </p:nvGrpSpPr>
          <p:grpSpPr>
            <a:xfrm>
              <a:off x="5285136" y="4310323"/>
              <a:ext cx="5311744" cy="404831"/>
              <a:chOff x="631856" y="3548776"/>
              <a:chExt cx="5311744" cy="404831"/>
            </a:xfrm>
          </p:grpSpPr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CF68C89C-F478-8C0A-B310-6C8A0E09293C}"/>
                  </a:ext>
                </a:extLst>
              </p:cNvPr>
              <p:cNvSpPr/>
              <p:nvPr/>
            </p:nvSpPr>
            <p:spPr>
              <a:xfrm>
                <a:off x="902168" y="3638136"/>
                <a:ext cx="5041432" cy="315471"/>
              </a:xfrm>
              <a:prstGeom prst="rect">
                <a:avLst/>
              </a:prstGeom>
            </p:spPr>
            <p:txBody>
              <a:bodyPr wrap="square" anchor="ctr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ID" sz="1600" b="1" dirty="0">
                    <a:solidFill>
                      <a:schemeClr val="bg1"/>
                    </a:solidFill>
                    <a:latin typeface="Roboto" panose="02000000000000000000" pitchFamily="2" charset="0"/>
                    <a:ea typeface="Roboto" panose="02000000000000000000" pitchFamily="2" charset="0"/>
                  </a:rPr>
                  <a:t>UNLOCK YOUR POTENTIAL</a:t>
                </a:r>
              </a:p>
            </p:txBody>
          </p:sp>
          <p:sp>
            <p:nvSpPr>
              <p:cNvPr id="48" name="Freeform 39">
                <a:extLst>
                  <a:ext uri="{FF2B5EF4-FFF2-40B4-BE49-F238E27FC236}">
                    <a16:creationId xmlns:a16="http://schemas.microsoft.com/office/drawing/2014/main" id="{4AABAAF1-C15F-40FF-3799-BF7043C1EE5A}"/>
                  </a:ext>
                </a:extLst>
              </p:cNvPr>
              <p:cNvSpPr/>
              <p:nvPr/>
            </p:nvSpPr>
            <p:spPr>
              <a:xfrm rot="10800000" flipH="1" flipV="1">
                <a:off x="631856" y="3548776"/>
                <a:ext cx="298720" cy="235903"/>
              </a:xfrm>
              <a:custGeom>
                <a:avLst/>
                <a:gdLst/>
                <a:ahLst/>
                <a:cxnLst/>
                <a:rect l="l" t="t" r="r" b="b"/>
                <a:pathLst>
                  <a:path w="98375" h="77688">
                    <a:moveTo>
                      <a:pt x="78134" y="0"/>
                    </a:moveTo>
                    <a:lnTo>
                      <a:pt x="98375" y="11757"/>
                    </a:lnTo>
                    <a:cubicBezTo>
                      <a:pt x="89842" y="25251"/>
                      <a:pt x="85427" y="38943"/>
                      <a:pt x="85129" y="52834"/>
                    </a:cubicBezTo>
                    <a:lnTo>
                      <a:pt x="85129" y="77688"/>
                    </a:lnTo>
                    <a:lnTo>
                      <a:pt x="51048" y="77688"/>
                    </a:lnTo>
                    <a:lnTo>
                      <a:pt x="51048" y="55364"/>
                    </a:lnTo>
                    <a:cubicBezTo>
                      <a:pt x="51048" y="46037"/>
                      <a:pt x="53652" y="36090"/>
                      <a:pt x="58861" y="25524"/>
                    </a:cubicBezTo>
                    <a:cubicBezTo>
                      <a:pt x="64070" y="14957"/>
                      <a:pt x="70494" y="6449"/>
                      <a:pt x="78134" y="0"/>
                    </a:cubicBezTo>
                    <a:close/>
                    <a:moveTo>
                      <a:pt x="27086" y="0"/>
                    </a:moveTo>
                    <a:lnTo>
                      <a:pt x="47327" y="11757"/>
                    </a:lnTo>
                    <a:cubicBezTo>
                      <a:pt x="38794" y="25251"/>
                      <a:pt x="34379" y="38943"/>
                      <a:pt x="34081" y="52834"/>
                    </a:cubicBezTo>
                    <a:lnTo>
                      <a:pt x="34081" y="77688"/>
                    </a:lnTo>
                    <a:lnTo>
                      <a:pt x="0" y="77688"/>
                    </a:lnTo>
                    <a:lnTo>
                      <a:pt x="0" y="55364"/>
                    </a:lnTo>
                    <a:cubicBezTo>
                      <a:pt x="0" y="46037"/>
                      <a:pt x="2604" y="36090"/>
                      <a:pt x="7813" y="25524"/>
                    </a:cubicBezTo>
                    <a:cubicBezTo>
                      <a:pt x="13022" y="14957"/>
                      <a:pt x="19446" y="6449"/>
                      <a:pt x="27086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sz="2400" dirty="0"/>
              </a:p>
            </p:txBody>
          </p:sp>
        </p:grpSp>
      </p:grpSp>
      <p:pic>
        <p:nvPicPr>
          <p:cNvPr id="13" name="Picture 12">
            <a:extLst>
              <a:ext uri="{FF2B5EF4-FFF2-40B4-BE49-F238E27FC236}">
                <a16:creationId xmlns:a16="http://schemas.microsoft.com/office/drawing/2014/main" id="{D7C6C6BE-99A3-D24A-BF88-988270FC2824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410200" y="177733"/>
            <a:ext cx="1371600" cy="137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1498802"/>
      </p:ext>
    </p:extLst>
  </p:cSld>
  <p:clrMapOvr>
    <a:masterClrMapping/>
  </p:clrMapOvr>
  <p:transition spd="slow">
    <p:push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1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2">
            <a:extLst>
              <a:ext uri="{FF2B5EF4-FFF2-40B4-BE49-F238E27FC236}">
                <a16:creationId xmlns:a16="http://schemas.microsoft.com/office/drawing/2014/main" id="{941CAF20-EE72-A778-4B44-B1757F8CBB64}"/>
              </a:ext>
            </a:extLst>
          </p:cNvPr>
          <p:cNvSpPr/>
          <p:nvPr userDrawn="1"/>
        </p:nvSpPr>
        <p:spPr>
          <a:xfrm flipH="1" flipV="1">
            <a:off x="-6" y="-5"/>
            <a:ext cx="3747063" cy="1290324"/>
          </a:xfrm>
          <a:custGeom>
            <a:avLst/>
            <a:gdLst>
              <a:gd name="connsiteX0" fmla="*/ 1200000 w 3176352"/>
              <a:gd name="connsiteY0" fmla="*/ 0 h 1200000"/>
              <a:gd name="connsiteX1" fmla="*/ 1332327 w 3176352"/>
              <a:gd name="connsiteY1" fmla="*/ 0 h 1200000"/>
              <a:gd name="connsiteX2" fmla="*/ 3176352 w 3176352"/>
              <a:gd name="connsiteY2" fmla="*/ 0 h 1200000"/>
              <a:gd name="connsiteX3" fmla="*/ 3176352 w 3176352"/>
              <a:gd name="connsiteY3" fmla="*/ 1200000 h 1200000"/>
              <a:gd name="connsiteX4" fmla="*/ 0 w 3176352"/>
              <a:gd name="connsiteY4" fmla="*/ 1200000 h 120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76352" h="1200000">
                <a:moveTo>
                  <a:pt x="1200000" y="0"/>
                </a:moveTo>
                <a:lnTo>
                  <a:pt x="1332327" y="0"/>
                </a:lnTo>
                <a:lnTo>
                  <a:pt x="3176352" y="0"/>
                </a:lnTo>
                <a:lnTo>
                  <a:pt x="3176352" y="1200000"/>
                </a:lnTo>
                <a:lnTo>
                  <a:pt x="0" y="1200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836A8669-B186-8FF7-E3DE-94923EEC49A8}"/>
              </a:ext>
            </a:extLst>
          </p:cNvPr>
          <p:cNvGrpSpPr/>
          <p:nvPr userDrawn="1"/>
        </p:nvGrpSpPr>
        <p:grpSpPr>
          <a:xfrm>
            <a:off x="1" y="-9779"/>
            <a:ext cx="12211607" cy="1169323"/>
            <a:chOff x="0" y="133601"/>
            <a:chExt cx="9158705" cy="876992"/>
          </a:xfrm>
        </p:grpSpPr>
        <p:sp>
          <p:nvSpPr>
            <p:cNvPr id="9" name="Freeform 3">
              <a:extLst>
                <a:ext uri="{FF2B5EF4-FFF2-40B4-BE49-F238E27FC236}">
                  <a16:creationId xmlns:a16="http://schemas.microsoft.com/office/drawing/2014/main" id="{925A801B-4068-F473-F6FA-B4689D3BA85E}"/>
                </a:ext>
              </a:extLst>
            </p:cNvPr>
            <p:cNvSpPr/>
            <p:nvPr userDrawn="1"/>
          </p:nvSpPr>
          <p:spPr>
            <a:xfrm>
              <a:off x="0" y="133601"/>
              <a:ext cx="6545649" cy="876992"/>
            </a:xfrm>
            <a:custGeom>
              <a:avLst/>
              <a:gdLst>
                <a:gd name="connsiteX0" fmla="*/ 0 w 9005306"/>
                <a:gd name="connsiteY0" fmla="*/ 0 h 1206539"/>
                <a:gd name="connsiteX1" fmla="*/ 9005306 w 9005306"/>
                <a:gd name="connsiteY1" fmla="*/ 0 h 1206539"/>
                <a:gd name="connsiteX2" fmla="*/ 7798768 w 9005306"/>
                <a:gd name="connsiteY2" fmla="*/ 1206539 h 1206539"/>
                <a:gd name="connsiteX3" fmla="*/ 0 w 9005306"/>
                <a:gd name="connsiteY3" fmla="*/ 1206539 h 12065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05306" h="1206539">
                  <a:moveTo>
                    <a:pt x="0" y="0"/>
                  </a:moveTo>
                  <a:lnTo>
                    <a:pt x="9005306" y="0"/>
                  </a:lnTo>
                  <a:lnTo>
                    <a:pt x="7798768" y="1206539"/>
                  </a:lnTo>
                  <a:lnTo>
                    <a:pt x="0" y="1206539"/>
                  </a:lnTo>
                  <a:close/>
                </a:path>
              </a:pathLst>
            </a:custGeom>
            <a:solidFill>
              <a:srgbClr val="006EB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11" name="Freeform 5">
              <a:extLst>
                <a:ext uri="{FF2B5EF4-FFF2-40B4-BE49-F238E27FC236}">
                  <a16:creationId xmlns:a16="http://schemas.microsoft.com/office/drawing/2014/main" id="{86E659EA-39FC-42A2-CA72-7F84036AB274}"/>
                </a:ext>
              </a:extLst>
            </p:cNvPr>
            <p:cNvSpPr/>
            <p:nvPr userDrawn="1"/>
          </p:nvSpPr>
          <p:spPr>
            <a:xfrm>
              <a:off x="6545648" y="133601"/>
              <a:ext cx="2613057" cy="872239"/>
            </a:xfrm>
            <a:custGeom>
              <a:avLst/>
              <a:gdLst>
                <a:gd name="connsiteX0" fmla="*/ 0 w 3735355"/>
                <a:gd name="connsiteY0" fmla="*/ 872239 h 872239"/>
                <a:gd name="connsiteX1" fmla="*/ 878458 w 3735355"/>
                <a:gd name="connsiteY1" fmla="*/ 0 h 872239"/>
                <a:gd name="connsiteX2" fmla="*/ 3735355 w 3735355"/>
                <a:gd name="connsiteY2" fmla="*/ 0 h 872239"/>
                <a:gd name="connsiteX3" fmla="*/ 2856897 w 3735355"/>
                <a:gd name="connsiteY3" fmla="*/ 872239 h 872239"/>
                <a:gd name="connsiteX4" fmla="*/ 0 w 3735355"/>
                <a:gd name="connsiteY4" fmla="*/ 872239 h 872239"/>
                <a:gd name="connsiteX0" fmla="*/ 0 w 2856897"/>
                <a:gd name="connsiteY0" fmla="*/ 872239 h 872239"/>
                <a:gd name="connsiteX1" fmla="*/ 878458 w 2856897"/>
                <a:gd name="connsiteY1" fmla="*/ 0 h 872239"/>
                <a:gd name="connsiteX2" fmla="*/ 2597435 w 2856897"/>
                <a:gd name="connsiteY2" fmla="*/ 30480 h 872239"/>
                <a:gd name="connsiteX3" fmla="*/ 2856897 w 2856897"/>
                <a:gd name="connsiteY3" fmla="*/ 872239 h 872239"/>
                <a:gd name="connsiteX4" fmla="*/ 0 w 2856897"/>
                <a:gd name="connsiteY4" fmla="*/ 872239 h 872239"/>
                <a:gd name="connsiteX0" fmla="*/ 0 w 2613057"/>
                <a:gd name="connsiteY0" fmla="*/ 872239 h 872239"/>
                <a:gd name="connsiteX1" fmla="*/ 878458 w 2613057"/>
                <a:gd name="connsiteY1" fmla="*/ 0 h 872239"/>
                <a:gd name="connsiteX2" fmla="*/ 2597435 w 2613057"/>
                <a:gd name="connsiteY2" fmla="*/ 30480 h 872239"/>
                <a:gd name="connsiteX3" fmla="*/ 2613057 w 2613057"/>
                <a:gd name="connsiteY3" fmla="*/ 862079 h 872239"/>
                <a:gd name="connsiteX4" fmla="*/ 0 w 2613057"/>
                <a:gd name="connsiteY4" fmla="*/ 872239 h 872239"/>
                <a:gd name="connsiteX0" fmla="*/ 0 w 2617755"/>
                <a:gd name="connsiteY0" fmla="*/ 872239 h 872239"/>
                <a:gd name="connsiteX1" fmla="*/ 878458 w 2617755"/>
                <a:gd name="connsiteY1" fmla="*/ 0 h 872239"/>
                <a:gd name="connsiteX2" fmla="*/ 2617755 w 2617755"/>
                <a:gd name="connsiteY2" fmla="*/ 20320 h 872239"/>
                <a:gd name="connsiteX3" fmla="*/ 2613057 w 2617755"/>
                <a:gd name="connsiteY3" fmla="*/ 862079 h 872239"/>
                <a:gd name="connsiteX4" fmla="*/ 0 w 2617755"/>
                <a:gd name="connsiteY4" fmla="*/ 872239 h 872239"/>
                <a:gd name="connsiteX0" fmla="*/ 0 w 2613057"/>
                <a:gd name="connsiteY0" fmla="*/ 872239 h 872239"/>
                <a:gd name="connsiteX1" fmla="*/ 878458 w 2613057"/>
                <a:gd name="connsiteY1" fmla="*/ 0 h 872239"/>
                <a:gd name="connsiteX2" fmla="*/ 2607595 w 2613057"/>
                <a:gd name="connsiteY2" fmla="*/ 0 h 872239"/>
                <a:gd name="connsiteX3" fmla="*/ 2613057 w 2613057"/>
                <a:gd name="connsiteY3" fmla="*/ 862079 h 872239"/>
                <a:gd name="connsiteX4" fmla="*/ 0 w 2613057"/>
                <a:gd name="connsiteY4" fmla="*/ 872239 h 872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13057" h="872239">
                  <a:moveTo>
                    <a:pt x="0" y="872239"/>
                  </a:moveTo>
                  <a:lnTo>
                    <a:pt x="878458" y="0"/>
                  </a:lnTo>
                  <a:lnTo>
                    <a:pt x="2607595" y="0"/>
                  </a:lnTo>
                  <a:cubicBezTo>
                    <a:pt x="2609416" y="287360"/>
                    <a:pt x="2611236" y="574719"/>
                    <a:pt x="2613057" y="862079"/>
                  </a:cubicBezTo>
                  <a:lnTo>
                    <a:pt x="0" y="872239"/>
                  </a:lnTo>
                  <a:close/>
                </a:path>
              </a:pathLst>
            </a:custGeom>
            <a:solidFill>
              <a:srgbClr val="006EB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dirty="0"/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67DE05EC-2409-5C35-8B20-53DE5AD13B35}"/>
              </a:ext>
            </a:extLst>
          </p:cNvPr>
          <p:cNvGrpSpPr/>
          <p:nvPr userDrawn="1"/>
        </p:nvGrpSpPr>
        <p:grpSpPr>
          <a:xfrm>
            <a:off x="389890" y="6132074"/>
            <a:ext cx="11412221" cy="602803"/>
            <a:chOff x="292417" y="4599053"/>
            <a:chExt cx="8559166" cy="452102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A1FEBE89-CFE5-65B3-650A-D5B1B3AB2D3D}"/>
                </a:ext>
              </a:extLst>
            </p:cNvPr>
            <p:cNvGrpSpPr/>
            <p:nvPr userDrawn="1"/>
          </p:nvGrpSpPr>
          <p:grpSpPr>
            <a:xfrm>
              <a:off x="292417" y="4599053"/>
              <a:ext cx="8559166" cy="250180"/>
              <a:chOff x="292417" y="4491948"/>
              <a:chExt cx="8559166" cy="250180"/>
            </a:xfrm>
          </p:grpSpPr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A03D3430-8763-6DE6-63D3-547F54271ABA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292417" y="4598203"/>
                <a:ext cx="8393344" cy="18835"/>
              </a:xfrm>
              <a:prstGeom prst="line">
                <a:avLst/>
              </a:prstGeom>
              <a:ln>
                <a:solidFill>
                  <a:srgbClr val="006EB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7" name="Rectangle: Rounded Corners 16">
                <a:extLst>
                  <a:ext uri="{FF2B5EF4-FFF2-40B4-BE49-F238E27FC236}">
                    <a16:creationId xmlns:a16="http://schemas.microsoft.com/office/drawing/2014/main" id="{FAD3C87E-882C-3B9F-F67B-72A6FA773CDB}"/>
                  </a:ext>
                </a:extLst>
              </p:cNvPr>
              <p:cNvSpPr/>
              <p:nvPr userDrawn="1"/>
            </p:nvSpPr>
            <p:spPr>
              <a:xfrm>
                <a:off x="8331345" y="4491948"/>
                <a:ext cx="520238" cy="250180"/>
              </a:xfrm>
              <a:prstGeom prst="roundRect">
                <a:avLst/>
              </a:prstGeom>
              <a:solidFill>
                <a:srgbClr val="006EB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/>
              </a:p>
            </p:txBody>
          </p:sp>
        </p:grp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E4F5A7B5-A3AE-6297-88EB-934C28E43CBE}"/>
                </a:ext>
              </a:extLst>
            </p:cNvPr>
            <p:cNvGrpSpPr/>
            <p:nvPr userDrawn="1"/>
          </p:nvGrpSpPr>
          <p:grpSpPr>
            <a:xfrm>
              <a:off x="292417" y="4735684"/>
              <a:ext cx="5208078" cy="315471"/>
              <a:chOff x="648318" y="3617335"/>
              <a:chExt cx="5208078" cy="315471"/>
            </a:xfrm>
          </p:grpSpPr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58174C11-C320-0E58-A507-F4C5337EA663}"/>
                  </a:ext>
                </a:extLst>
              </p:cNvPr>
              <p:cNvSpPr/>
              <p:nvPr/>
            </p:nvSpPr>
            <p:spPr>
              <a:xfrm>
                <a:off x="814964" y="3617335"/>
                <a:ext cx="5041432" cy="315471"/>
              </a:xfrm>
              <a:prstGeom prst="rect">
                <a:avLst/>
              </a:prstGeom>
            </p:spPr>
            <p:txBody>
              <a:bodyPr wrap="square" anchor="ctr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ID" sz="1600" b="1" dirty="0">
                    <a:solidFill>
                      <a:srgbClr val="006EB4"/>
                    </a:solidFill>
                    <a:latin typeface="Roboto" panose="02000000000000000000" pitchFamily="2" charset="0"/>
                    <a:ea typeface="Roboto" panose="02000000000000000000" pitchFamily="2" charset="0"/>
                  </a:rPr>
                  <a:t>UNLOCK YOUR POTENTIAL</a:t>
                </a:r>
              </a:p>
            </p:txBody>
          </p:sp>
          <p:sp>
            <p:nvSpPr>
              <p:cNvPr id="7" name="Freeform 39">
                <a:extLst>
                  <a:ext uri="{FF2B5EF4-FFF2-40B4-BE49-F238E27FC236}">
                    <a16:creationId xmlns:a16="http://schemas.microsoft.com/office/drawing/2014/main" id="{97F964A0-0112-F128-2286-F470F03DF869}"/>
                  </a:ext>
                </a:extLst>
              </p:cNvPr>
              <p:cNvSpPr/>
              <p:nvPr/>
            </p:nvSpPr>
            <p:spPr>
              <a:xfrm rot="10800000" flipH="1" flipV="1">
                <a:off x="648318" y="3661461"/>
                <a:ext cx="192481" cy="152005"/>
              </a:xfrm>
              <a:custGeom>
                <a:avLst/>
                <a:gdLst/>
                <a:ahLst/>
                <a:cxnLst/>
                <a:rect l="l" t="t" r="r" b="b"/>
                <a:pathLst>
                  <a:path w="98375" h="77688">
                    <a:moveTo>
                      <a:pt x="78134" y="0"/>
                    </a:moveTo>
                    <a:lnTo>
                      <a:pt x="98375" y="11757"/>
                    </a:lnTo>
                    <a:cubicBezTo>
                      <a:pt x="89842" y="25251"/>
                      <a:pt x="85427" y="38943"/>
                      <a:pt x="85129" y="52834"/>
                    </a:cubicBezTo>
                    <a:lnTo>
                      <a:pt x="85129" y="77688"/>
                    </a:lnTo>
                    <a:lnTo>
                      <a:pt x="51048" y="77688"/>
                    </a:lnTo>
                    <a:lnTo>
                      <a:pt x="51048" y="55364"/>
                    </a:lnTo>
                    <a:cubicBezTo>
                      <a:pt x="51048" y="46037"/>
                      <a:pt x="53652" y="36090"/>
                      <a:pt x="58861" y="25524"/>
                    </a:cubicBezTo>
                    <a:cubicBezTo>
                      <a:pt x="64070" y="14957"/>
                      <a:pt x="70494" y="6449"/>
                      <a:pt x="78134" y="0"/>
                    </a:cubicBezTo>
                    <a:close/>
                    <a:moveTo>
                      <a:pt x="27086" y="0"/>
                    </a:moveTo>
                    <a:lnTo>
                      <a:pt x="47327" y="11757"/>
                    </a:lnTo>
                    <a:cubicBezTo>
                      <a:pt x="38794" y="25251"/>
                      <a:pt x="34379" y="38943"/>
                      <a:pt x="34081" y="52834"/>
                    </a:cubicBezTo>
                    <a:lnTo>
                      <a:pt x="34081" y="77688"/>
                    </a:lnTo>
                    <a:lnTo>
                      <a:pt x="0" y="77688"/>
                    </a:lnTo>
                    <a:lnTo>
                      <a:pt x="0" y="55364"/>
                    </a:lnTo>
                    <a:cubicBezTo>
                      <a:pt x="0" y="46037"/>
                      <a:pt x="2604" y="36090"/>
                      <a:pt x="7813" y="25524"/>
                    </a:cubicBezTo>
                    <a:cubicBezTo>
                      <a:pt x="13022" y="14957"/>
                      <a:pt x="19446" y="6449"/>
                      <a:pt x="27086" y="0"/>
                    </a:cubicBezTo>
                    <a:close/>
                  </a:path>
                </a:pathLst>
              </a:custGeom>
              <a:solidFill>
                <a:srgbClr val="006EB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sz="2400" dirty="0"/>
              </a:p>
            </p:txBody>
          </p:sp>
        </p:grpSp>
      </p:grpSp>
      <p:pic>
        <p:nvPicPr>
          <p:cNvPr id="15" name="Picture 14">
            <a:extLst>
              <a:ext uri="{FF2B5EF4-FFF2-40B4-BE49-F238E27FC236}">
                <a16:creationId xmlns:a16="http://schemas.microsoft.com/office/drawing/2014/main" id="{116A24CD-A0C0-0D46-940D-A4F8F83AB77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054147" y="10499"/>
            <a:ext cx="1097280" cy="109728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175AB2A-6311-D740-8059-778CA8B1268C}"/>
              </a:ext>
            </a:extLst>
          </p:cNvPr>
          <p:cNvSpPr txBox="1"/>
          <p:nvPr userDrawn="1"/>
        </p:nvSpPr>
        <p:spPr>
          <a:xfrm>
            <a:off x="8737600" y="98697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9" name="Freeform 4">
            <a:extLst>
              <a:ext uri="{FF2B5EF4-FFF2-40B4-BE49-F238E27FC236}">
                <a16:creationId xmlns:a16="http://schemas.microsoft.com/office/drawing/2014/main" id="{1B580907-4F56-5448-A07A-C77C50C473B0}"/>
              </a:ext>
            </a:extLst>
          </p:cNvPr>
          <p:cNvSpPr/>
          <p:nvPr userDrawn="1"/>
        </p:nvSpPr>
        <p:spPr>
          <a:xfrm>
            <a:off x="7794382" y="2314"/>
            <a:ext cx="1783459" cy="1169323"/>
          </a:xfrm>
          <a:custGeom>
            <a:avLst/>
            <a:gdLst>
              <a:gd name="connsiteX0" fmla="*/ 1206539 w 1840221"/>
              <a:gd name="connsiteY0" fmla="*/ 0 h 1206539"/>
              <a:gd name="connsiteX1" fmla="*/ 1840221 w 1840221"/>
              <a:gd name="connsiteY1" fmla="*/ 0 h 1206539"/>
              <a:gd name="connsiteX2" fmla="*/ 633682 w 1840221"/>
              <a:gd name="connsiteY2" fmla="*/ 1206539 h 1206539"/>
              <a:gd name="connsiteX3" fmla="*/ 0 w 1840221"/>
              <a:gd name="connsiteY3" fmla="*/ 1206539 h 12065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40221" h="1206539">
                <a:moveTo>
                  <a:pt x="1206539" y="0"/>
                </a:moveTo>
                <a:lnTo>
                  <a:pt x="1840221" y="0"/>
                </a:lnTo>
                <a:lnTo>
                  <a:pt x="633682" y="1206539"/>
                </a:lnTo>
                <a:lnTo>
                  <a:pt x="0" y="1206539"/>
                </a:lnTo>
                <a:close/>
              </a:path>
            </a:pathLst>
          </a:custGeom>
          <a:solidFill>
            <a:srgbClr val="006E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215674908"/>
      </p:ext>
    </p:extLst>
  </p:cSld>
  <p:clrMapOvr>
    <a:masterClrMapping/>
  </p:clrMapOvr>
  <p:transition spd="slow">
    <p:push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 preserve="1">
  <p:cSld name="1_Section header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nip Single Corner Rectangle 45">
            <a:extLst>
              <a:ext uri="{FF2B5EF4-FFF2-40B4-BE49-F238E27FC236}">
                <a16:creationId xmlns:a16="http://schemas.microsoft.com/office/drawing/2014/main" id="{186FA5EC-735A-D293-DEA3-9522622AC00A}"/>
              </a:ext>
            </a:extLst>
          </p:cNvPr>
          <p:cNvSpPr/>
          <p:nvPr userDrawn="1"/>
        </p:nvSpPr>
        <p:spPr>
          <a:xfrm>
            <a:off x="0" y="5008880"/>
            <a:ext cx="12192000" cy="1852507"/>
          </a:xfrm>
          <a:prstGeom prst="snip1Rect">
            <a:avLst>
              <a:gd name="adj" fmla="val 50000"/>
            </a:avLst>
          </a:prstGeom>
          <a:solidFill>
            <a:srgbClr val="006EB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00"/>
          </a:p>
        </p:txBody>
      </p:sp>
      <p:sp>
        <p:nvSpPr>
          <p:cNvPr id="18" name="Google Shape;18;p3"/>
          <p:cNvSpPr txBox="1"/>
          <p:nvPr/>
        </p:nvSpPr>
        <p:spPr>
          <a:xfrm>
            <a:off x="2673879" y="2030923"/>
            <a:ext cx="7067760" cy="17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400" b="1" dirty="0">
                <a:solidFill>
                  <a:srgbClr val="0070C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THANK YOU!</a:t>
            </a:r>
            <a:endParaRPr sz="6400" b="1" dirty="0">
              <a:solidFill>
                <a:srgbClr val="0070C0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9C2782A8-4B15-526E-8872-A7D0AD8CDCE3}"/>
              </a:ext>
            </a:extLst>
          </p:cNvPr>
          <p:cNvGrpSpPr/>
          <p:nvPr userDrawn="1"/>
        </p:nvGrpSpPr>
        <p:grpSpPr>
          <a:xfrm>
            <a:off x="7046848" y="6172759"/>
            <a:ext cx="7082325" cy="624227"/>
            <a:chOff x="5285136" y="4310323"/>
            <a:chExt cx="5311744" cy="468170"/>
          </a:xfrm>
        </p:grpSpPr>
        <p:sp>
          <p:nvSpPr>
            <p:cNvPr id="14" name="Freeform 39">
              <a:extLst>
                <a:ext uri="{FF2B5EF4-FFF2-40B4-BE49-F238E27FC236}">
                  <a16:creationId xmlns:a16="http://schemas.microsoft.com/office/drawing/2014/main" id="{5D55375A-9693-86C7-5679-E8346D72DCE3}"/>
                </a:ext>
              </a:extLst>
            </p:cNvPr>
            <p:cNvSpPr/>
            <p:nvPr userDrawn="1"/>
          </p:nvSpPr>
          <p:spPr>
            <a:xfrm rot="10800000" flipH="1" flipV="1">
              <a:off x="6138862" y="4658911"/>
              <a:ext cx="151425" cy="119582"/>
            </a:xfrm>
            <a:custGeom>
              <a:avLst/>
              <a:gdLst/>
              <a:ahLst/>
              <a:cxnLst/>
              <a:rect l="l" t="t" r="r" b="b"/>
              <a:pathLst>
                <a:path w="98375" h="77688">
                  <a:moveTo>
                    <a:pt x="78134" y="0"/>
                  </a:moveTo>
                  <a:lnTo>
                    <a:pt x="98375" y="11757"/>
                  </a:lnTo>
                  <a:cubicBezTo>
                    <a:pt x="89842" y="25251"/>
                    <a:pt x="85427" y="38943"/>
                    <a:pt x="85129" y="52834"/>
                  </a:cubicBezTo>
                  <a:lnTo>
                    <a:pt x="85129" y="77688"/>
                  </a:lnTo>
                  <a:lnTo>
                    <a:pt x="51048" y="77688"/>
                  </a:lnTo>
                  <a:lnTo>
                    <a:pt x="51048" y="55364"/>
                  </a:lnTo>
                  <a:cubicBezTo>
                    <a:pt x="51048" y="46037"/>
                    <a:pt x="53652" y="36090"/>
                    <a:pt x="58861" y="25524"/>
                  </a:cubicBezTo>
                  <a:cubicBezTo>
                    <a:pt x="64070" y="14957"/>
                    <a:pt x="70494" y="6449"/>
                    <a:pt x="78134" y="0"/>
                  </a:cubicBezTo>
                  <a:close/>
                  <a:moveTo>
                    <a:pt x="27086" y="0"/>
                  </a:moveTo>
                  <a:lnTo>
                    <a:pt x="47327" y="11757"/>
                  </a:lnTo>
                  <a:cubicBezTo>
                    <a:pt x="38794" y="25251"/>
                    <a:pt x="34379" y="38943"/>
                    <a:pt x="34081" y="52834"/>
                  </a:cubicBezTo>
                  <a:lnTo>
                    <a:pt x="34081" y="77688"/>
                  </a:lnTo>
                  <a:lnTo>
                    <a:pt x="0" y="77688"/>
                  </a:lnTo>
                  <a:lnTo>
                    <a:pt x="0" y="55364"/>
                  </a:lnTo>
                  <a:cubicBezTo>
                    <a:pt x="0" y="46037"/>
                    <a:pt x="2604" y="36090"/>
                    <a:pt x="7813" y="25524"/>
                  </a:cubicBezTo>
                  <a:cubicBezTo>
                    <a:pt x="13022" y="14957"/>
                    <a:pt x="19446" y="6449"/>
                    <a:pt x="27086" y="0"/>
                  </a:cubicBezTo>
                  <a:close/>
                </a:path>
              </a:pathLst>
            </a:custGeom>
            <a:solidFill>
              <a:srgbClr val="006EB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400"/>
            </a:p>
          </p:txBody>
        </p: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5768187A-8FDF-04A4-FE50-76292AC8F512}"/>
                </a:ext>
              </a:extLst>
            </p:cNvPr>
            <p:cNvGrpSpPr/>
            <p:nvPr userDrawn="1"/>
          </p:nvGrpSpPr>
          <p:grpSpPr>
            <a:xfrm>
              <a:off x="5285136" y="4310323"/>
              <a:ext cx="5311744" cy="404831"/>
              <a:chOff x="631856" y="3548776"/>
              <a:chExt cx="5311744" cy="404831"/>
            </a:xfrm>
          </p:grpSpPr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A5D636EF-2D68-0C29-0004-980146B9F438}"/>
                  </a:ext>
                </a:extLst>
              </p:cNvPr>
              <p:cNvSpPr/>
              <p:nvPr/>
            </p:nvSpPr>
            <p:spPr>
              <a:xfrm>
                <a:off x="902168" y="3638136"/>
                <a:ext cx="5041432" cy="315471"/>
              </a:xfrm>
              <a:prstGeom prst="rect">
                <a:avLst/>
              </a:prstGeom>
            </p:spPr>
            <p:txBody>
              <a:bodyPr wrap="square" anchor="ctr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ID" sz="1600" b="1" dirty="0">
                    <a:solidFill>
                      <a:schemeClr val="bg1"/>
                    </a:solidFill>
                    <a:latin typeface="Roboto" panose="02000000000000000000" pitchFamily="2" charset="0"/>
                    <a:ea typeface="Roboto" panose="02000000000000000000" pitchFamily="2" charset="0"/>
                  </a:rPr>
                  <a:t>UNLOCK YOUR POTENTIAL</a:t>
                </a:r>
              </a:p>
            </p:txBody>
          </p:sp>
          <p:sp>
            <p:nvSpPr>
              <p:cNvPr id="24" name="Freeform 39">
                <a:extLst>
                  <a:ext uri="{FF2B5EF4-FFF2-40B4-BE49-F238E27FC236}">
                    <a16:creationId xmlns:a16="http://schemas.microsoft.com/office/drawing/2014/main" id="{4FAB6002-AC9E-C436-D902-7F28A625870B}"/>
                  </a:ext>
                </a:extLst>
              </p:cNvPr>
              <p:cNvSpPr/>
              <p:nvPr/>
            </p:nvSpPr>
            <p:spPr>
              <a:xfrm rot="10800000" flipH="1" flipV="1">
                <a:off x="631856" y="3548776"/>
                <a:ext cx="298720" cy="235903"/>
              </a:xfrm>
              <a:custGeom>
                <a:avLst/>
                <a:gdLst/>
                <a:ahLst/>
                <a:cxnLst/>
                <a:rect l="l" t="t" r="r" b="b"/>
                <a:pathLst>
                  <a:path w="98375" h="77688">
                    <a:moveTo>
                      <a:pt x="78134" y="0"/>
                    </a:moveTo>
                    <a:lnTo>
                      <a:pt x="98375" y="11757"/>
                    </a:lnTo>
                    <a:cubicBezTo>
                      <a:pt x="89842" y="25251"/>
                      <a:pt x="85427" y="38943"/>
                      <a:pt x="85129" y="52834"/>
                    </a:cubicBezTo>
                    <a:lnTo>
                      <a:pt x="85129" y="77688"/>
                    </a:lnTo>
                    <a:lnTo>
                      <a:pt x="51048" y="77688"/>
                    </a:lnTo>
                    <a:lnTo>
                      <a:pt x="51048" y="55364"/>
                    </a:lnTo>
                    <a:cubicBezTo>
                      <a:pt x="51048" y="46037"/>
                      <a:pt x="53652" y="36090"/>
                      <a:pt x="58861" y="25524"/>
                    </a:cubicBezTo>
                    <a:cubicBezTo>
                      <a:pt x="64070" y="14957"/>
                      <a:pt x="70494" y="6449"/>
                      <a:pt x="78134" y="0"/>
                    </a:cubicBezTo>
                    <a:close/>
                    <a:moveTo>
                      <a:pt x="27086" y="0"/>
                    </a:moveTo>
                    <a:lnTo>
                      <a:pt x="47327" y="11757"/>
                    </a:lnTo>
                    <a:cubicBezTo>
                      <a:pt x="38794" y="25251"/>
                      <a:pt x="34379" y="38943"/>
                      <a:pt x="34081" y="52834"/>
                    </a:cubicBezTo>
                    <a:lnTo>
                      <a:pt x="34081" y="77688"/>
                    </a:lnTo>
                    <a:lnTo>
                      <a:pt x="0" y="77688"/>
                    </a:lnTo>
                    <a:lnTo>
                      <a:pt x="0" y="55364"/>
                    </a:lnTo>
                    <a:cubicBezTo>
                      <a:pt x="0" y="46037"/>
                      <a:pt x="2604" y="36090"/>
                      <a:pt x="7813" y="25524"/>
                    </a:cubicBezTo>
                    <a:cubicBezTo>
                      <a:pt x="13022" y="14957"/>
                      <a:pt x="19446" y="6449"/>
                      <a:pt x="27086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sz="2400" dirty="0"/>
              </a:p>
            </p:txBody>
          </p:sp>
        </p:grpSp>
      </p:grpSp>
      <p:pic>
        <p:nvPicPr>
          <p:cNvPr id="12" name="Picture 11">
            <a:extLst>
              <a:ext uri="{FF2B5EF4-FFF2-40B4-BE49-F238E27FC236}">
                <a16:creationId xmlns:a16="http://schemas.microsoft.com/office/drawing/2014/main" id="{D4E42A03-7CAB-5041-8E86-71804D5F4A4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579553" y="98938"/>
            <a:ext cx="1371600" cy="137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86947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 preserve="1" userDrawn="1">
  <p:cSld name="Section title and description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9"/>
          <p:cNvSpPr/>
          <p:nvPr/>
        </p:nvSpPr>
        <p:spPr>
          <a:xfrm>
            <a:off x="6096000" y="-167"/>
            <a:ext cx="6096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</p:txBody>
      </p:sp>
      <p:sp>
        <p:nvSpPr>
          <p:cNvPr id="40" name="Google Shape;40;p9"/>
          <p:cNvSpPr txBox="1">
            <a:spLocks noGrp="1"/>
          </p:cNvSpPr>
          <p:nvPr>
            <p:ph type="subTitle" idx="1"/>
          </p:nvPr>
        </p:nvSpPr>
        <p:spPr>
          <a:xfrm>
            <a:off x="354000" y="3737433"/>
            <a:ext cx="5393600" cy="164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 dirty="0"/>
          </a:p>
        </p:txBody>
      </p:sp>
      <p:sp>
        <p:nvSpPr>
          <p:cNvPr id="41" name="Google Shape;41;p9"/>
          <p:cNvSpPr txBox="1">
            <a:spLocks noGrp="1"/>
          </p:cNvSpPr>
          <p:nvPr>
            <p:ph type="body" idx="2"/>
          </p:nvPr>
        </p:nvSpPr>
        <p:spPr>
          <a:xfrm>
            <a:off x="6586000" y="965433"/>
            <a:ext cx="5116000" cy="492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189" lvl="0" indent="-342891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377" lvl="1" indent="-317492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566" lvl="2" indent="-31749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754" lvl="3" indent="-317492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5943" lvl="4" indent="-317492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131" lvl="5" indent="-31749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320" lvl="6" indent="-317492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509" lvl="7" indent="-317492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697" lvl="8" indent="-31749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2" name="Google Shape;42;p9"/>
          <p:cNvSpPr txBox="1">
            <a:spLocks noGrp="1"/>
          </p:cNvSpPr>
          <p:nvPr>
            <p:ph type="sldNum" idx="12"/>
          </p:nvPr>
        </p:nvSpPr>
        <p:spPr>
          <a:xfrm>
            <a:off x="11296612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6524684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 preserve="1">
  <p:cSld name="Caption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>
            <a:spLocks noGrp="1"/>
          </p:cNvSpPr>
          <p:nvPr>
            <p:ph type="body" idx="1"/>
          </p:nvPr>
        </p:nvSpPr>
        <p:spPr>
          <a:xfrm>
            <a:off x="415600" y="5640767"/>
            <a:ext cx="7998400" cy="80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189" lvl="0" indent="-22859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5" name="Google Shape;45;p10"/>
          <p:cNvSpPr txBox="1">
            <a:spLocks noGrp="1"/>
          </p:cNvSpPr>
          <p:nvPr>
            <p:ph type="sldNum" idx="12"/>
          </p:nvPr>
        </p:nvSpPr>
        <p:spPr>
          <a:xfrm>
            <a:off x="11296612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2" name="Freeform 56">
            <a:extLst>
              <a:ext uri="{FF2B5EF4-FFF2-40B4-BE49-F238E27FC236}">
                <a16:creationId xmlns:a16="http://schemas.microsoft.com/office/drawing/2014/main" id="{A88AFCD0-A68E-7040-94AE-0D1BA75F2DAC}"/>
              </a:ext>
            </a:extLst>
          </p:cNvPr>
          <p:cNvSpPr/>
          <p:nvPr userDrawn="1"/>
        </p:nvSpPr>
        <p:spPr>
          <a:xfrm>
            <a:off x="13749927" y="-138973"/>
            <a:ext cx="1236139" cy="4509700"/>
          </a:xfrm>
          <a:custGeom>
            <a:avLst/>
            <a:gdLst>
              <a:gd name="connsiteX0" fmla="*/ 0 w 1236138"/>
              <a:gd name="connsiteY0" fmla="*/ 0 h 4509697"/>
              <a:gd name="connsiteX1" fmla="*/ 1236138 w 1236138"/>
              <a:gd name="connsiteY1" fmla="*/ 0 h 4509697"/>
              <a:gd name="connsiteX2" fmla="*/ 1236138 w 1236138"/>
              <a:gd name="connsiteY2" fmla="*/ 4509697 h 4509697"/>
              <a:gd name="connsiteX3" fmla="*/ 0 w 1236138"/>
              <a:gd name="connsiteY3" fmla="*/ 3273558 h 45096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36138" h="4509697">
                <a:moveTo>
                  <a:pt x="0" y="0"/>
                </a:moveTo>
                <a:lnTo>
                  <a:pt x="1236138" y="0"/>
                </a:lnTo>
                <a:lnTo>
                  <a:pt x="1236138" y="4509697"/>
                </a:lnTo>
                <a:lnTo>
                  <a:pt x="0" y="3273558"/>
                </a:lnTo>
                <a:close/>
              </a:path>
            </a:pathLst>
          </a:custGeom>
          <a:solidFill>
            <a:srgbClr val="006EB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00"/>
          </a:p>
        </p:txBody>
      </p:sp>
      <p:sp>
        <p:nvSpPr>
          <p:cNvPr id="3" name="Freeform 48">
            <a:extLst>
              <a:ext uri="{FF2B5EF4-FFF2-40B4-BE49-F238E27FC236}">
                <a16:creationId xmlns:a16="http://schemas.microsoft.com/office/drawing/2014/main" id="{43477F39-1BBD-F526-40AC-2BC60882E79F}"/>
              </a:ext>
            </a:extLst>
          </p:cNvPr>
          <p:cNvSpPr/>
          <p:nvPr userDrawn="1"/>
        </p:nvSpPr>
        <p:spPr>
          <a:xfrm>
            <a:off x="13326852" y="1166085"/>
            <a:ext cx="2335701" cy="2335703"/>
          </a:xfrm>
          <a:custGeom>
            <a:avLst/>
            <a:gdLst>
              <a:gd name="connsiteX0" fmla="*/ 0 w 2335701"/>
              <a:gd name="connsiteY0" fmla="*/ 0 h 2335702"/>
              <a:gd name="connsiteX1" fmla="*/ 377708 w 2335701"/>
              <a:gd name="connsiteY1" fmla="*/ 0 h 2335702"/>
              <a:gd name="connsiteX2" fmla="*/ 2335701 w 2335701"/>
              <a:gd name="connsiteY2" fmla="*/ 1957994 h 2335702"/>
              <a:gd name="connsiteX3" fmla="*/ 2335701 w 2335701"/>
              <a:gd name="connsiteY3" fmla="*/ 2335702 h 23357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35701" h="2335702">
                <a:moveTo>
                  <a:pt x="0" y="0"/>
                </a:moveTo>
                <a:lnTo>
                  <a:pt x="377708" y="0"/>
                </a:lnTo>
                <a:lnTo>
                  <a:pt x="2335701" y="1957994"/>
                </a:lnTo>
                <a:lnTo>
                  <a:pt x="2335701" y="233570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00"/>
          </a:p>
        </p:txBody>
      </p:sp>
      <p:sp>
        <p:nvSpPr>
          <p:cNvPr id="4" name="Freeform 53">
            <a:extLst>
              <a:ext uri="{FF2B5EF4-FFF2-40B4-BE49-F238E27FC236}">
                <a16:creationId xmlns:a16="http://schemas.microsoft.com/office/drawing/2014/main" id="{81B0EF1A-E1FD-FBF6-7FBC-E6508427A12F}"/>
              </a:ext>
            </a:extLst>
          </p:cNvPr>
          <p:cNvSpPr/>
          <p:nvPr userDrawn="1"/>
        </p:nvSpPr>
        <p:spPr>
          <a:xfrm>
            <a:off x="12547601" y="-1266391"/>
            <a:ext cx="1236139" cy="1608772"/>
          </a:xfrm>
          <a:custGeom>
            <a:avLst/>
            <a:gdLst>
              <a:gd name="connsiteX0" fmla="*/ 0 w 1236138"/>
              <a:gd name="connsiteY0" fmla="*/ 0 h 1608771"/>
              <a:gd name="connsiteX1" fmla="*/ 5076 w 1236138"/>
              <a:gd name="connsiteY1" fmla="*/ 0 h 1608771"/>
              <a:gd name="connsiteX2" fmla="*/ 1236138 w 1236138"/>
              <a:gd name="connsiteY2" fmla="*/ 1231063 h 1608771"/>
              <a:gd name="connsiteX3" fmla="*/ 1236138 w 1236138"/>
              <a:gd name="connsiteY3" fmla="*/ 1608771 h 1608771"/>
              <a:gd name="connsiteX4" fmla="*/ 0 w 1236138"/>
              <a:gd name="connsiteY4" fmla="*/ 372632 h 160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36138" h="1608771">
                <a:moveTo>
                  <a:pt x="0" y="0"/>
                </a:moveTo>
                <a:lnTo>
                  <a:pt x="5076" y="0"/>
                </a:lnTo>
                <a:lnTo>
                  <a:pt x="1236138" y="1231063"/>
                </a:lnTo>
                <a:lnTo>
                  <a:pt x="1236138" y="1608771"/>
                </a:lnTo>
                <a:lnTo>
                  <a:pt x="0" y="372632"/>
                </a:lnTo>
                <a:close/>
              </a:path>
            </a:pathLst>
          </a:custGeom>
          <a:solidFill>
            <a:srgbClr val="BE962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0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601377B5-6D47-6694-65A6-874DF1FD306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1760" b="7353"/>
          <a:stretch/>
        </p:blipFill>
        <p:spPr>
          <a:xfrm>
            <a:off x="8503062" y="4065496"/>
            <a:ext cx="7159492" cy="4257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16819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 preserve="1" userDrawn="1">
  <p:cSld name="Big number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1"/>
          <p:cNvSpPr txBox="1">
            <a:spLocks noGrp="1"/>
          </p:cNvSpPr>
          <p:nvPr>
            <p:ph type="body" idx="1"/>
          </p:nvPr>
        </p:nvSpPr>
        <p:spPr>
          <a:xfrm>
            <a:off x="595867" y="3139633"/>
            <a:ext cx="11360800" cy="332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189" lvl="0" indent="-342891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377" lvl="1" indent="-317492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566" lvl="2" indent="-317492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754" lvl="3" indent="-317492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5943" lvl="4" indent="-317492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131" lvl="5" indent="-317492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320" lvl="6" indent="-317492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509" lvl="7" indent="-317492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697" lvl="8" indent="-317492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9" name="Google Shape;49;p11"/>
          <p:cNvSpPr txBox="1">
            <a:spLocks noGrp="1"/>
          </p:cNvSpPr>
          <p:nvPr>
            <p:ph type="sldNum" idx="12"/>
          </p:nvPr>
        </p:nvSpPr>
        <p:spPr>
          <a:xfrm>
            <a:off x="11296612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5639010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A394BA-5D45-2846-9EC3-770DFE0E1F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E97180-A75E-5249-A614-FBEDAC6F0E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366108-FC60-9542-ACF1-C0CCE03D22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197D0-686E-054A-831F-F95C7E9CD7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F6043D-85CB-0F46-8203-65F8DE5F98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353177-CE91-A440-82F4-E1532547D8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8DF6D-9EF6-DB49-AD1D-6B830ABE6C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88978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C61CB3-4EBA-5B43-B7FD-40AACB5B63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D197D0-686E-054A-831F-F95C7E9CD7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2F2F93-1561-8641-9BB2-2CD669BCE1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BDD35B-B1E8-A54B-B8AB-B741382684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C8DF6D-9EF6-DB49-AD1D-6B830ABE6C00}" type="slidenum">
              <a:rPr lang="en-US" smtClean="0"/>
              <a:t>‹#›</a:t>
            </a:fld>
            <a:endParaRPr lang="en-US"/>
          </a:p>
        </p:txBody>
      </p:sp>
      <p:sp>
        <p:nvSpPr>
          <p:cNvPr id="7" name="Google Shape;7;p1">
            <a:extLst>
              <a:ext uri="{FF2B5EF4-FFF2-40B4-BE49-F238E27FC236}">
                <a16:creationId xmlns:a16="http://schemas.microsoft.com/office/drawing/2014/main" id="{DBF938AF-EA14-4C4A-85B9-52C0BA96473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062751" y="1152475"/>
            <a:ext cx="5769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965062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4" r:id="rId4"/>
    <p:sldLayoutId id="2147483665" r:id="rId5"/>
    <p:sldLayoutId id="2147483666" r:id="rId6"/>
    <p:sldLayoutId id="2147483667" r:id="rId7"/>
    <p:sldLayoutId id="2147483649" r:id="rId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5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hyperlink" Target="https://react.dev/" TargetMode="Externa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E689F2A-549A-DB45-8D22-E70CD59FC9D8}"/>
              </a:ext>
            </a:extLst>
          </p:cNvPr>
          <p:cNvSpPr/>
          <p:nvPr/>
        </p:nvSpPr>
        <p:spPr>
          <a:xfrm>
            <a:off x="2392499" y="2336843"/>
            <a:ext cx="2743380" cy="900246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pPr algn="ctr"/>
            <a:r>
              <a:rPr lang="en-US" sz="5400" b="1" dirty="0">
                <a:ln w="0"/>
                <a:solidFill>
                  <a:srgbClr val="006EB4"/>
                </a:solidFill>
                <a:latin typeface="Aptos Black" panose="020B0004020202020204" pitchFamily="34" charset="0"/>
                <a:ea typeface="Roboto" panose="02000000000000000000" pitchFamily="2" charset="0"/>
                <a:cs typeface="Times New Roman" panose="02020603050405020304" pitchFamily="18" charset="0"/>
              </a:rPr>
              <a:t>ReactJS</a:t>
            </a:r>
          </a:p>
        </p:txBody>
      </p:sp>
      <p:pic>
        <p:nvPicPr>
          <p:cNvPr id="2" name="Picture 2" descr="Mastering React.js Design Patterns: Building Scalable and Maintainable  Applications | by Seliesh Jacob | Stackademic">
            <a:extLst>
              <a:ext uri="{FF2B5EF4-FFF2-40B4-BE49-F238E27FC236}">
                <a16:creationId xmlns:a16="http://schemas.microsoft.com/office/drawing/2014/main" id="{960E5206-C28A-024B-AC9A-01BD2AF4CA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0739" y="1115044"/>
            <a:ext cx="4521062" cy="30196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AEC8FA48-213F-4E49-8D6B-3C2E4BF0CE30}"/>
              </a:ext>
            </a:extLst>
          </p:cNvPr>
          <p:cNvSpPr/>
          <p:nvPr/>
        </p:nvSpPr>
        <p:spPr>
          <a:xfrm>
            <a:off x="135831" y="4526563"/>
            <a:ext cx="2414765" cy="346249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pPr algn="ctr"/>
            <a:r>
              <a:rPr lang="en-US" dirty="0">
                <a:ln w="0"/>
                <a:solidFill>
                  <a:srgbClr val="006EB4"/>
                </a:solidFill>
                <a:latin typeface="Times New Roman" panose="02020603050405020304" pitchFamily="18" charset="0"/>
                <a:ea typeface="Roboto" panose="02000000000000000000" pitchFamily="2" charset="0"/>
                <a:cs typeface="Times New Roman" panose="02020603050405020304" pitchFamily="18" charset="0"/>
              </a:rPr>
              <a:t>Prepared by: San Ratana</a:t>
            </a:r>
          </a:p>
        </p:txBody>
      </p:sp>
    </p:spTree>
    <p:extLst>
      <p:ext uri="{BB962C8B-B14F-4D97-AF65-F5344CB8AC3E}">
        <p14:creationId xmlns:p14="http://schemas.microsoft.com/office/powerpoint/2010/main" val="18048237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80A2E2D-06D8-6848-830A-2F9FCD88CE1A}"/>
              </a:ext>
            </a:extLst>
          </p:cNvPr>
          <p:cNvSpPr/>
          <p:nvPr/>
        </p:nvSpPr>
        <p:spPr>
          <a:xfrm>
            <a:off x="436755" y="260705"/>
            <a:ext cx="2876750" cy="623248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r>
              <a:rPr lang="en-US" sz="3600" b="1" dirty="0">
                <a:ln w="0"/>
                <a:solidFill>
                  <a:schemeClr val="bg1"/>
                </a:solidFill>
                <a:latin typeface="Aptos Black" panose="020B0004020202020204" pitchFamily="34" charset="0"/>
                <a:ea typeface="Roboto" panose="02000000000000000000" pitchFamily="2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BCF93DB-4AAC-744F-A782-D9199C8D228F}"/>
              </a:ext>
            </a:extLst>
          </p:cNvPr>
          <p:cNvSpPr txBox="1"/>
          <p:nvPr/>
        </p:nvSpPr>
        <p:spPr>
          <a:xfrm>
            <a:off x="529524" y="1770314"/>
            <a:ext cx="6141165" cy="25160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km-KH" b="1" dirty="0"/>
          </a:p>
          <a:p>
            <a:pPr marL="285750" indent="-285750" fontAlgn="base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SPA (Single Page Application)</a:t>
            </a:r>
          </a:p>
          <a:p>
            <a:pPr marL="285750" indent="-285750" fontAlgn="base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m-KH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បង្កើត </a:t>
            </a: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Web Application </a:t>
            </a:r>
            <a:r>
              <a:rPr lang="km-KH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ដែលមាន </a:t>
            </a: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Interaction </a:t>
            </a:r>
            <a:r>
              <a:rPr lang="km-KH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ខ្ពស់</a:t>
            </a:r>
          </a:p>
          <a:p>
            <a:pPr marL="285750" indent="-285750" fontAlgn="base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m-KH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បង្កើត </a:t>
            </a: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UI </a:t>
            </a:r>
            <a:r>
              <a:rPr lang="km-KH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ជា </a:t>
            </a: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Component </a:t>
            </a:r>
            <a:r>
              <a:rPr lang="km-KH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តូចៗ អាចប្រើឡើងវិញបាន</a:t>
            </a:r>
          </a:p>
          <a:p>
            <a:pPr marL="285750" indent="-285750" fontAlgn="base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m-KH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គ្រប់គ្រង </a:t>
            </a: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Data </a:t>
            </a:r>
            <a:r>
              <a:rPr lang="km-KH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និង </a:t>
            </a: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State </a:t>
            </a:r>
            <a:r>
              <a:rPr lang="km-KH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ក្នុង </a:t>
            </a: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Application </a:t>
            </a:r>
            <a:r>
              <a:rPr lang="km-KH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បានងាយស្រួល</a:t>
            </a:r>
          </a:p>
        </p:txBody>
      </p:sp>
    </p:spTree>
    <p:extLst>
      <p:ext uri="{BB962C8B-B14F-4D97-AF65-F5344CB8AC3E}">
        <p14:creationId xmlns:p14="http://schemas.microsoft.com/office/powerpoint/2010/main" val="1372513835"/>
      </p:ext>
    </p:extLst>
  </p:cSld>
  <p:clrMapOvr>
    <a:masterClrMapping/>
  </p:clrMapOvr>
  <p:transition spd="slow">
    <p:push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80A2E2D-06D8-6848-830A-2F9FCD88CE1A}"/>
              </a:ext>
            </a:extLst>
          </p:cNvPr>
          <p:cNvSpPr/>
          <p:nvPr/>
        </p:nvSpPr>
        <p:spPr>
          <a:xfrm>
            <a:off x="436755" y="260705"/>
            <a:ext cx="3168175" cy="623248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r>
              <a:rPr lang="en-US" sz="3600" b="1" dirty="0">
                <a:ln w="0"/>
                <a:solidFill>
                  <a:schemeClr val="bg1"/>
                </a:solidFill>
                <a:latin typeface="Aptos Black" panose="020B0004020202020204" pitchFamily="34" charset="0"/>
                <a:ea typeface="Roboto" panose="02000000000000000000" pitchFamily="2" charset="0"/>
                <a:cs typeface="Times New Roman" panose="02020603050405020304" pitchFamily="18" charset="0"/>
              </a:rPr>
              <a:t>Setup </a:t>
            </a:r>
            <a:r>
              <a:rPr lang="en-US" sz="3600" b="1" dirty="0" err="1">
                <a:ln w="0"/>
                <a:solidFill>
                  <a:schemeClr val="bg1"/>
                </a:solidFill>
                <a:latin typeface="Aptos Black" panose="020B0004020202020204" pitchFamily="34" charset="0"/>
                <a:ea typeface="Roboto" panose="02000000000000000000" pitchFamily="2" charset="0"/>
                <a:cs typeface="Times New Roman" panose="02020603050405020304" pitchFamily="18" charset="0"/>
              </a:rPr>
              <a:t>Reactjs</a:t>
            </a:r>
            <a:endParaRPr lang="en-US" sz="3600" b="1" dirty="0">
              <a:ln w="0"/>
              <a:solidFill>
                <a:schemeClr val="bg1"/>
              </a:solidFill>
              <a:latin typeface="Aptos Black" panose="020B0004020202020204" pitchFamily="34" charset="0"/>
              <a:ea typeface="Roboto" panose="02000000000000000000" pitchFamily="2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BCF93DB-4AAC-744F-A782-D9199C8D228F}"/>
              </a:ext>
            </a:extLst>
          </p:cNvPr>
          <p:cNvSpPr txBox="1"/>
          <p:nvPr/>
        </p:nvSpPr>
        <p:spPr>
          <a:xfrm>
            <a:off x="837637" y="2078427"/>
            <a:ext cx="6141165" cy="44550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>
              <a:lnSpc>
                <a:spcPct val="200000"/>
              </a:lnSpc>
            </a:pPr>
            <a:r>
              <a:rPr lang="en-US" b="0" i="0" dirty="0">
                <a:effectLst/>
                <a:latin typeface="Geist Mono"/>
              </a:rPr>
              <a:t>- Create project</a:t>
            </a:r>
          </a:p>
          <a:p>
            <a:pPr algn="l" rtl="0">
              <a:lnSpc>
                <a:spcPct val="200000"/>
              </a:lnSpc>
            </a:pPr>
            <a:r>
              <a:rPr lang="en-US" b="0" i="0" dirty="0" err="1">
                <a:effectLst/>
                <a:highlight>
                  <a:srgbClr val="FFFF00"/>
                </a:highlight>
                <a:latin typeface="Geist Mono"/>
              </a:rPr>
              <a:t>npm</a:t>
            </a:r>
            <a:r>
              <a:rPr lang="en-US" b="0" i="0" dirty="0">
                <a:effectLst/>
                <a:highlight>
                  <a:srgbClr val="FFFF00"/>
                </a:highlight>
                <a:latin typeface="Geist Mono"/>
              </a:rPr>
              <a:t> create </a:t>
            </a:r>
            <a:r>
              <a:rPr lang="en-US" b="0" i="0" dirty="0" err="1">
                <a:effectLst/>
                <a:highlight>
                  <a:srgbClr val="FFFF00"/>
                </a:highlight>
                <a:latin typeface="Geist Mono"/>
              </a:rPr>
              <a:t>vite@latest</a:t>
            </a:r>
            <a:endParaRPr lang="en-US" b="0" i="0" dirty="0">
              <a:effectLst/>
              <a:highlight>
                <a:srgbClr val="FFFF00"/>
              </a:highlight>
              <a:latin typeface="Geist Mono"/>
            </a:endParaRPr>
          </a:p>
          <a:p>
            <a:pPr algn="l" rtl="0">
              <a:lnSpc>
                <a:spcPct val="200000"/>
              </a:lnSpc>
            </a:pPr>
            <a:r>
              <a:rPr lang="en-US" dirty="0">
                <a:latin typeface="Geist Mono"/>
              </a:rPr>
              <a:t>- Follow </a:t>
            </a:r>
            <a:r>
              <a:rPr lang="en-US" dirty="0" err="1">
                <a:latin typeface="Geist Mono"/>
              </a:rPr>
              <a:t>url</a:t>
            </a:r>
            <a:r>
              <a:rPr lang="en-US" dirty="0">
                <a:latin typeface="Geist Mono"/>
              </a:rPr>
              <a:t> for more setup detail</a:t>
            </a:r>
            <a:endParaRPr lang="en-US" b="0" i="0" dirty="0">
              <a:effectLst/>
              <a:latin typeface="Geist Mono"/>
            </a:endParaRPr>
          </a:p>
          <a:p>
            <a:pPr>
              <a:lnSpc>
                <a:spcPct val="200000"/>
              </a:lnSpc>
            </a:pPr>
            <a:r>
              <a:rPr lang="en-US" dirty="0"/>
              <a:t>https://</a:t>
            </a:r>
            <a:r>
              <a:rPr lang="en-US" dirty="0" err="1"/>
              <a:t>ui.shadcn.com</a:t>
            </a:r>
            <a:r>
              <a:rPr lang="en-US" dirty="0"/>
              <a:t>/docs/installation/</a:t>
            </a:r>
            <a:r>
              <a:rPr lang="en-US" dirty="0" err="1"/>
              <a:t>vite</a:t>
            </a:r>
            <a:br>
              <a:rPr lang="en-US" dirty="0"/>
            </a:br>
            <a:endParaRPr lang="en-US" b="0" i="0" dirty="0">
              <a:effectLst/>
              <a:latin typeface="Geist Mono"/>
            </a:endParaRPr>
          </a:p>
          <a:p>
            <a:pPr>
              <a:lnSpc>
                <a:spcPct val="200000"/>
              </a:lnSpc>
            </a:pPr>
            <a:br>
              <a:rPr lang="en-US" dirty="0"/>
            </a:br>
            <a:br>
              <a:rPr lang="en-US" dirty="0"/>
            </a:br>
            <a:endParaRPr lang="km-KH" b="1" dirty="0"/>
          </a:p>
        </p:txBody>
      </p:sp>
    </p:spTree>
    <p:extLst>
      <p:ext uri="{BB962C8B-B14F-4D97-AF65-F5344CB8AC3E}">
        <p14:creationId xmlns:p14="http://schemas.microsoft.com/office/powerpoint/2010/main" val="2593012845"/>
      </p:ext>
    </p:extLst>
  </p:cSld>
  <p:clrMapOvr>
    <a:masterClrMapping/>
  </p:clrMapOvr>
  <p:transition spd="slow">
    <p:push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80A2E2D-06D8-6848-830A-2F9FCD88CE1A}"/>
              </a:ext>
            </a:extLst>
          </p:cNvPr>
          <p:cNvSpPr/>
          <p:nvPr/>
        </p:nvSpPr>
        <p:spPr>
          <a:xfrm>
            <a:off x="436755" y="260705"/>
            <a:ext cx="2943755" cy="623248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r>
              <a:rPr lang="en-US" sz="3600" b="1" dirty="0">
                <a:ln w="0"/>
                <a:solidFill>
                  <a:schemeClr val="bg1"/>
                </a:solidFill>
                <a:latin typeface="Aptos Black" panose="020B0004020202020204" pitchFamily="34" charset="0"/>
                <a:ea typeface="Roboto" panose="02000000000000000000" pitchFamily="2" charset="0"/>
                <a:cs typeface="Times New Roman" panose="02020603050405020304" pitchFamily="18" charset="0"/>
              </a:rPr>
              <a:t>Components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BCF93DB-4AAC-744F-A782-D9199C8D228F}"/>
              </a:ext>
            </a:extLst>
          </p:cNvPr>
          <p:cNvSpPr txBox="1"/>
          <p:nvPr/>
        </p:nvSpPr>
        <p:spPr>
          <a:xfrm>
            <a:off x="529524" y="1770314"/>
            <a:ext cx="6997947" cy="25160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km-KH" b="1" dirty="0"/>
          </a:p>
          <a:p>
            <a:pPr marL="285750" indent="-285750" fontAlgn="base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Component </a:t>
            </a:r>
            <a:r>
              <a:rPr lang="km-KH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គឺជាផ្នែកតូចមួយនៃ </a:t>
            </a: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UI (User Interface)</a:t>
            </a:r>
          </a:p>
          <a:p>
            <a:pPr marL="285750" indent="-285750" fontAlgn="base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m-KH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វាស្រដៀងនឹង </a:t>
            </a: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function </a:t>
            </a:r>
            <a:r>
              <a:rPr lang="km-KH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មួយដែល </a:t>
            </a: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return JSX (HTML-like code)</a:t>
            </a:r>
          </a:p>
          <a:p>
            <a:pPr marL="285750" indent="-285750" fontAlgn="base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React App </a:t>
            </a:r>
            <a:r>
              <a:rPr lang="km-KH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ត្រូវបានបង្កើតពី </a:t>
            </a: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Component </a:t>
            </a:r>
            <a:r>
              <a:rPr lang="km-KH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ច្រើនៗ</a:t>
            </a:r>
          </a:p>
          <a:p>
            <a:pPr marL="285750" indent="-285750" fontAlgn="base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Component </a:t>
            </a:r>
            <a:r>
              <a:rPr lang="km-KH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អាចប្រើឡើងវិញបាន (</a:t>
            </a: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Reusable)</a:t>
            </a:r>
          </a:p>
        </p:txBody>
      </p:sp>
      <p:pic>
        <p:nvPicPr>
          <p:cNvPr id="1026" name="Picture 2" descr="React.js components">
            <a:extLst>
              <a:ext uri="{FF2B5EF4-FFF2-40B4-BE49-F238E27FC236}">
                <a16:creationId xmlns:a16="http://schemas.microsoft.com/office/drawing/2014/main" id="{034BB671-23B7-0E40-A15B-9A329039E8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43057" y="2178677"/>
            <a:ext cx="4747830" cy="36996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5503520"/>
      </p:ext>
    </p:extLst>
  </p:cSld>
  <p:clrMapOvr>
    <a:masterClrMapping/>
  </p:clrMapOvr>
  <p:transition spd="slow">
    <p:push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80A2E2D-06D8-6848-830A-2F9FCD88CE1A}"/>
              </a:ext>
            </a:extLst>
          </p:cNvPr>
          <p:cNvSpPr/>
          <p:nvPr/>
        </p:nvSpPr>
        <p:spPr>
          <a:xfrm>
            <a:off x="436755" y="260705"/>
            <a:ext cx="896143" cy="623248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r>
              <a:rPr lang="en-US" sz="3600" b="1" dirty="0">
                <a:ln w="0"/>
                <a:solidFill>
                  <a:schemeClr val="bg1"/>
                </a:solidFill>
                <a:latin typeface="Aptos Black" panose="020B0004020202020204" pitchFamily="34" charset="0"/>
                <a:ea typeface="Roboto" panose="02000000000000000000" pitchFamily="2" charset="0"/>
                <a:cs typeface="Times New Roman" panose="02020603050405020304" pitchFamily="18" charset="0"/>
              </a:rPr>
              <a:t>JSX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BCF93DB-4AAC-744F-A782-D9199C8D228F}"/>
              </a:ext>
            </a:extLst>
          </p:cNvPr>
          <p:cNvSpPr txBox="1"/>
          <p:nvPr/>
        </p:nvSpPr>
        <p:spPr>
          <a:xfrm>
            <a:off x="529524" y="1770314"/>
            <a:ext cx="6141165" cy="30700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km-KH" b="1" dirty="0"/>
          </a:p>
          <a:p>
            <a:pPr marL="285750" indent="-285750" fontAlgn="base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JSX stand for </a:t>
            </a:r>
            <a:r>
              <a:rPr lang="en-US" dirty="0" err="1">
                <a:latin typeface="Khmer OS Siemreap" panose="02000500000000020004" pitchFamily="2" charset="77"/>
                <a:cs typeface="Khmer OS Siemreap" panose="02000500000000020004" pitchFamily="2" charset="77"/>
              </a:rPr>
              <a:t>Javascript</a:t>
            </a: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 xml</a:t>
            </a:r>
          </a:p>
          <a:p>
            <a:pPr marL="285750" indent="-285750" fontAlgn="base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JSX (JavaScript XML) </a:t>
            </a:r>
            <a:r>
              <a:rPr lang="km-KH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គឺជាវិធីសរសេរកូដដែលស្រដៀង </a:t>
            </a: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HTML </a:t>
            </a:r>
            <a:r>
              <a:rPr lang="km-KH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នៅក្នុង </a:t>
            </a: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JavaScript</a:t>
            </a:r>
          </a:p>
          <a:p>
            <a:pPr marL="285750" indent="-285750" fontAlgn="base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JSX </a:t>
            </a:r>
            <a:r>
              <a:rPr lang="km-KH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ត្រូវបានប្រើក្នុង </a:t>
            </a: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React </a:t>
            </a:r>
            <a:r>
              <a:rPr lang="km-KH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ដើម្បីបង្កើត </a:t>
            </a: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UI</a:t>
            </a:r>
          </a:p>
          <a:p>
            <a:pPr marL="285750" indent="-285750" fontAlgn="base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JSX </a:t>
            </a:r>
            <a:r>
              <a:rPr lang="km-KH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អនុញ្ញាតឱ្យយើងសរសេរ </a:t>
            </a: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HTML </a:t>
            </a:r>
            <a:r>
              <a:rPr lang="km-KH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នៅក្នុង </a:t>
            </a: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JavaScript file</a:t>
            </a:r>
          </a:p>
        </p:txBody>
      </p:sp>
      <p:pic>
        <p:nvPicPr>
          <p:cNvPr id="5122" name="Picture 2" descr="What is JSX in React.js?">
            <a:extLst>
              <a:ext uri="{FF2B5EF4-FFF2-40B4-BE49-F238E27FC236}">
                <a16:creationId xmlns:a16="http://schemas.microsoft.com/office/drawing/2014/main" id="{BBC40CA4-44EE-E54F-890B-1B851F190F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40389" y="3898773"/>
            <a:ext cx="4770344" cy="18832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15123607"/>
      </p:ext>
    </p:extLst>
  </p:cSld>
  <p:clrMapOvr>
    <a:masterClrMapping/>
  </p:clrMapOvr>
  <p:transition spd="slow">
    <p:push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80A2E2D-06D8-6848-830A-2F9FCD88CE1A}"/>
              </a:ext>
            </a:extLst>
          </p:cNvPr>
          <p:cNvSpPr/>
          <p:nvPr/>
        </p:nvSpPr>
        <p:spPr>
          <a:xfrm>
            <a:off x="436755" y="260705"/>
            <a:ext cx="3409972" cy="623248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r>
              <a:rPr lang="en-US" sz="3600" b="1" dirty="0">
                <a:ln w="0"/>
                <a:solidFill>
                  <a:schemeClr val="bg1"/>
                </a:solidFill>
                <a:latin typeface="Aptos Black" panose="020B0004020202020204" pitchFamily="34" charset="0"/>
                <a:ea typeface="Roboto" panose="02000000000000000000" pitchFamily="2" charset="0"/>
                <a:cs typeface="Times New Roman" panose="02020603050405020304" pitchFamily="18" charset="0"/>
              </a:rPr>
              <a:t>JSX Expression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BCF93DB-4AAC-744F-A782-D9199C8D228F}"/>
              </a:ext>
            </a:extLst>
          </p:cNvPr>
          <p:cNvSpPr txBox="1"/>
          <p:nvPr/>
        </p:nvSpPr>
        <p:spPr>
          <a:xfrm>
            <a:off x="542971" y="2361984"/>
            <a:ext cx="7458029" cy="16850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fontAlgn="base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JSX Expression </a:t>
            </a:r>
            <a:r>
              <a:rPr lang="km-KH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គឺជា </a:t>
            </a: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JavaScript code </a:t>
            </a:r>
            <a:r>
              <a:rPr lang="km-KH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ដែលយើងដាក់នៅក្នុង { } នៅក្នុង </a:t>
            </a: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JSX</a:t>
            </a:r>
          </a:p>
          <a:p>
            <a:pPr marL="285750" indent="-285750" fontAlgn="base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m-KH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វាអនុញ្ញាតឱ្យ </a:t>
            </a: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JSX </a:t>
            </a:r>
            <a:r>
              <a:rPr lang="km-KH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ប្រើ </a:t>
            </a: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JavaScript </a:t>
            </a:r>
            <a:r>
              <a:rPr lang="km-KH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បាន</a:t>
            </a:r>
          </a:p>
          <a:p>
            <a:pPr marL="285750" indent="-285750" fontAlgn="base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JSX Expression </a:t>
            </a:r>
            <a:r>
              <a:rPr lang="km-KH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ធ្វើឲ្យ </a:t>
            </a: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UI </a:t>
            </a:r>
            <a:r>
              <a:rPr lang="km-KH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មានភាព </a:t>
            </a: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Dynamic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C7577D0-DA55-534B-9F8D-5E8EEBBCAD8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508" r="12962" b="-1508"/>
          <a:stretch/>
        </p:blipFill>
        <p:spPr>
          <a:xfrm>
            <a:off x="5871551" y="3429000"/>
            <a:ext cx="5477766" cy="2405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0910753"/>
      </p:ext>
    </p:extLst>
  </p:cSld>
  <p:clrMapOvr>
    <a:masterClrMapping/>
  </p:clrMapOvr>
  <p:transition spd="slow">
    <p:push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80A2E2D-06D8-6848-830A-2F9FCD88CE1A}"/>
              </a:ext>
            </a:extLst>
          </p:cNvPr>
          <p:cNvSpPr/>
          <p:nvPr/>
        </p:nvSpPr>
        <p:spPr>
          <a:xfrm>
            <a:off x="436755" y="260705"/>
            <a:ext cx="1397498" cy="623248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r>
              <a:rPr lang="en-US" sz="3600" b="1" dirty="0">
                <a:ln w="0"/>
                <a:solidFill>
                  <a:schemeClr val="bg1"/>
                </a:solidFill>
                <a:latin typeface="Aptos Black" panose="020B0004020202020204" pitchFamily="34" charset="0"/>
                <a:ea typeface="Roboto" panose="02000000000000000000" pitchFamily="2" charset="0"/>
                <a:cs typeface="Times New Roman" panose="02020603050405020304" pitchFamily="18" charset="0"/>
              </a:rPr>
              <a:t>Props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BCF93DB-4AAC-744F-A782-D9199C8D228F}"/>
              </a:ext>
            </a:extLst>
          </p:cNvPr>
          <p:cNvSpPr txBox="1"/>
          <p:nvPr/>
        </p:nvSpPr>
        <p:spPr>
          <a:xfrm>
            <a:off x="529525" y="1770314"/>
            <a:ext cx="5293052" cy="25160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km-KH" b="1" dirty="0"/>
          </a:p>
          <a:p>
            <a:pPr marL="285750" indent="-285750" fontAlgn="base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Props (Properties) </a:t>
            </a:r>
            <a:r>
              <a:rPr lang="km-KH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គឺជា ទិន្នន័យដែលយើងផ្ញើពី </a:t>
            </a: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Component </a:t>
            </a:r>
            <a:r>
              <a:rPr lang="km-KH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មួយ ទៅ </a:t>
            </a: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Component </a:t>
            </a:r>
            <a:r>
              <a:rPr lang="km-KH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មួយទៀត</a:t>
            </a:r>
          </a:p>
          <a:p>
            <a:pPr marL="285750" indent="-285750" fontAlgn="base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Props </a:t>
            </a:r>
            <a:r>
              <a:rPr lang="km-KH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អនុញ្ញាតឱ្យ </a:t>
            </a: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Component </a:t>
            </a:r>
            <a:r>
              <a:rPr lang="km-KH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ទទួលតម្លៃពីខាងក្រៅ</a:t>
            </a:r>
          </a:p>
          <a:p>
            <a:pPr marL="285750" indent="-285750" fontAlgn="base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Props </a:t>
            </a:r>
            <a:r>
              <a:rPr lang="km-KH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ធ្វើឱ្យ </a:t>
            </a: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Component </a:t>
            </a:r>
            <a:r>
              <a:rPr lang="km-KH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អាចប្រើឡើងវិញបាន</a:t>
            </a:r>
          </a:p>
        </p:txBody>
      </p:sp>
      <p:pic>
        <p:nvPicPr>
          <p:cNvPr id="4098" name="Picture 2" descr="Understanding React JS Components and Props | Medium">
            <a:extLst>
              <a:ext uri="{FF2B5EF4-FFF2-40B4-BE49-F238E27FC236}">
                <a16:creationId xmlns:a16="http://schemas.microsoft.com/office/drawing/2014/main" id="{42E430BF-A469-A142-BC31-105D302EA9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2099" y="1753642"/>
            <a:ext cx="4500376" cy="42757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28004596"/>
      </p:ext>
    </p:extLst>
  </p:cSld>
  <p:clrMapOvr>
    <a:masterClrMapping/>
  </p:clrMapOvr>
  <p:transition spd="slow">
    <p:push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80A2E2D-06D8-6848-830A-2F9FCD88CE1A}"/>
              </a:ext>
            </a:extLst>
          </p:cNvPr>
          <p:cNvSpPr/>
          <p:nvPr/>
        </p:nvSpPr>
        <p:spPr>
          <a:xfrm>
            <a:off x="436755" y="260705"/>
            <a:ext cx="4930196" cy="623248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r>
              <a:rPr lang="en-US" sz="3600" b="1" dirty="0">
                <a:ln w="0"/>
                <a:solidFill>
                  <a:schemeClr val="bg1"/>
                </a:solidFill>
                <a:latin typeface="Aptos Black" panose="020B0004020202020204" pitchFamily="34" charset="0"/>
                <a:ea typeface="Roboto" panose="02000000000000000000" pitchFamily="2" charset="0"/>
                <a:cs typeface="Times New Roman" panose="02020603050405020304" pitchFamily="18" charset="0"/>
              </a:rPr>
              <a:t>Example Components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CC43213-B6D3-F445-A985-C2BCF921D63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316" t="3801" r="4219" b="4078"/>
          <a:stretch/>
        </p:blipFill>
        <p:spPr>
          <a:xfrm>
            <a:off x="918359" y="1228987"/>
            <a:ext cx="4769922" cy="491055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72B5CFD-B430-4246-BA2B-69439091DC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1509" y="1228986"/>
            <a:ext cx="3887331" cy="4976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7526148"/>
      </p:ext>
    </p:extLst>
  </p:cSld>
  <p:clrMapOvr>
    <a:masterClrMapping/>
  </p:clrMapOvr>
  <p:transition spd="slow">
    <p:push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80A2E2D-06D8-6848-830A-2F9FCD88CE1A}"/>
              </a:ext>
            </a:extLst>
          </p:cNvPr>
          <p:cNvSpPr/>
          <p:nvPr/>
        </p:nvSpPr>
        <p:spPr>
          <a:xfrm>
            <a:off x="436755" y="260705"/>
            <a:ext cx="2597827" cy="623248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r>
              <a:rPr lang="en-US" sz="3600" b="1" dirty="0">
                <a:ln w="0"/>
                <a:solidFill>
                  <a:schemeClr val="bg1"/>
                </a:solidFill>
                <a:latin typeface="Aptos Black" panose="020B0004020202020204" pitchFamily="34" charset="0"/>
                <a:ea typeface="Roboto" panose="02000000000000000000" pitchFamily="2" charset="0"/>
                <a:cs typeface="Times New Roman" panose="02020603050405020304" pitchFamily="18" charset="0"/>
              </a:rPr>
              <a:t>Render List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BCF93DB-4AAC-744F-A782-D9199C8D228F}"/>
              </a:ext>
            </a:extLst>
          </p:cNvPr>
          <p:cNvSpPr txBox="1"/>
          <p:nvPr/>
        </p:nvSpPr>
        <p:spPr>
          <a:xfrm>
            <a:off x="529524" y="1770314"/>
            <a:ext cx="5753710" cy="41780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km-KH" b="1" dirty="0"/>
          </a:p>
          <a:p>
            <a:pPr marL="285750" indent="-285750" fontAlgn="base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m-KH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នៅ </a:t>
            </a: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React </a:t>
            </a:r>
            <a:r>
              <a:rPr lang="km-KH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យើងប្រើ </a:t>
            </a: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map() </a:t>
            </a:r>
            <a:r>
              <a:rPr lang="km-KH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ដើម្បីបង្ហាញ </a:t>
            </a: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Array </a:t>
            </a:r>
            <a:r>
              <a:rPr lang="km-KH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ជា </a:t>
            </a: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Component </a:t>
            </a:r>
            <a:r>
              <a:rPr lang="km-KH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ឬ </a:t>
            </a: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Element</a:t>
            </a:r>
          </a:p>
          <a:p>
            <a:pPr marL="285750" indent="-285750" fontAlgn="base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m-KH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ប្រើសម្រាប់បង្ហាញ:</a:t>
            </a: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 Product List, Category List, User List, Menu List</a:t>
            </a:r>
          </a:p>
          <a:p>
            <a:pPr marL="285750" indent="-285750" fontAlgn="base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highlight>
                  <a:srgbClr val="FFFF00"/>
                </a:highlight>
                <a:latin typeface="Khmer OS Siemreap" panose="02000500000000020004" pitchFamily="2" charset="77"/>
                <a:cs typeface="Khmer OS Siemreap" panose="02000500000000020004" pitchFamily="2" charset="77"/>
              </a:rPr>
              <a:t>React </a:t>
            </a:r>
            <a:r>
              <a:rPr lang="km-KH" dirty="0">
                <a:highlight>
                  <a:srgbClr val="FFFF00"/>
                </a:highlight>
                <a:latin typeface="Khmer OS Siemreap" panose="02000500000000020004" pitchFamily="2" charset="77"/>
                <a:cs typeface="Khmer OS Siemreap" panose="02000500000000020004" pitchFamily="2" charset="77"/>
              </a:rPr>
              <a:t>ត្រូវការ </a:t>
            </a:r>
            <a:r>
              <a:rPr lang="en-US" dirty="0">
                <a:highlight>
                  <a:srgbClr val="FFFF00"/>
                </a:highlight>
                <a:latin typeface="Khmer OS Siemreap" panose="02000500000000020004" pitchFamily="2" charset="77"/>
                <a:cs typeface="Khmer OS Siemreap" panose="02000500000000020004" pitchFamily="2" charset="77"/>
              </a:rPr>
              <a:t>key </a:t>
            </a:r>
            <a:r>
              <a:rPr lang="km-KH" dirty="0">
                <a:highlight>
                  <a:srgbClr val="FFFF00"/>
                </a:highlight>
                <a:latin typeface="Khmer OS Siemreap" panose="02000500000000020004" pitchFamily="2" charset="77"/>
                <a:cs typeface="Khmer OS Siemreap" panose="02000500000000020004" pitchFamily="2" charset="77"/>
              </a:rPr>
              <a:t>ដើម្បីសម្គាល់ </a:t>
            </a:r>
            <a:r>
              <a:rPr lang="en-US" dirty="0">
                <a:highlight>
                  <a:srgbClr val="FFFF00"/>
                </a:highlight>
                <a:latin typeface="Khmer OS Siemreap" panose="02000500000000020004" pitchFamily="2" charset="77"/>
                <a:cs typeface="Khmer OS Siemreap" panose="02000500000000020004" pitchFamily="2" charset="77"/>
              </a:rPr>
              <a:t>Element </a:t>
            </a:r>
            <a:r>
              <a:rPr lang="km-KH" dirty="0">
                <a:highlight>
                  <a:srgbClr val="FFFF00"/>
                </a:highlight>
                <a:latin typeface="Khmer OS Siemreap" panose="02000500000000020004" pitchFamily="2" charset="77"/>
                <a:cs typeface="Khmer OS Siemreap" panose="02000500000000020004" pitchFamily="2" charset="77"/>
              </a:rPr>
              <a:t>នីមួយៗ</a:t>
            </a:r>
          </a:p>
          <a:p>
            <a:pPr marL="285750" indent="-285750" fontAlgn="base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en-US" dirty="0">
              <a:latin typeface="Khmer OS Siemreap" panose="02000500000000020004" pitchFamily="2" charset="77"/>
              <a:cs typeface="Khmer OS Siemreap" panose="02000500000000020004" pitchFamily="2" charset="77"/>
            </a:endParaRPr>
          </a:p>
          <a:p>
            <a:pPr marL="285750" indent="-285750" fontAlgn="base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km-KH" dirty="0">
              <a:latin typeface="Khmer OS Siemreap" panose="02000500000000020004" pitchFamily="2" charset="77"/>
              <a:cs typeface="Khmer OS Siemreap" panose="02000500000000020004" pitchFamily="2" charset="77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5DAF082-92A1-C54B-BC3A-C942D168FC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5954" y="1652749"/>
            <a:ext cx="5196522" cy="4229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0976156"/>
      </p:ext>
    </p:extLst>
  </p:cSld>
  <p:clrMapOvr>
    <a:masterClrMapping/>
  </p:clrMapOvr>
  <p:transition spd="slow">
    <p:push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80A2E2D-06D8-6848-830A-2F9FCD88CE1A}"/>
              </a:ext>
            </a:extLst>
          </p:cNvPr>
          <p:cNvSpPr/>
          <p:nvPr/>
        </p:nvSpPr>
        <p:spPr>
          <a:xfrm>
            <a:off x="436755" y="260705"/>
            <a:ext cx="1369606" cy="623248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r>
              <a:rPr lang="en-US" sz="3600" b="1" dirty="0">
                <a:ln w="0"/>
                <a:solidFill>
                  <a:schemeClr val="bg1"/>
                </a:solidFill>
                <a:latin typeface="Aptos Black" panose="020B0004020202020204" pitchFamily="34" charset="0"/>
                <a:ea typeface="Roboto" panose="02000000000000000000" pitchFamily="2" charset="0"/>
                <a:cs typeface="Times New Roman" panose="02020603050405020304" pitchFamily="18" charset="0"/>
              </a:rPr>
              <a:t>Event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BCF93DB-4AAC-744F-A782-D9199C8D228F}"/>
              </a:ext>
            </a:extLst>
          </p:cNvPr>
          <p:cNvSpPr txBox="1"/>
          <p:nvPr/>
        </p:nvSpPr>
        <p:spPr>
          <a:xfrm>
            <a:off x="542381" y="1355572"/>
            <a:ext cx="6315619" cy="5009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fontAlgn="base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km-KH" dirty="0">
              <a:latin typeface="Khmer OS Siemreap" panose="02000500000000020004" pitchFamily="2" charset="77"/>
              <a:cs typeface="Khmer OS Siemreap" panose="02000500000000020004" pitchFamily="2" charset="77"/>
            </a:endParaRPr>
          </a:p>
          <a:p>
            <a:pPr marL="285750" indent="-285750" fontAlgn="base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Event </a:t>
            </a:r>
            <a:r>
              <a:rPr lang="km-KH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គឺជា ព្រឹត្តិការណ៍ដែលកើតឡើងពី </a:t>
            </a: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User</a:t>
            </a:r>
          </a:p>
          <a:p>
            <a:pPr marL="285750" indent="-285750" fontAlgn="base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m-KH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ឧទាហរណ៍:</a:t>
            </a:r>
          </a:p>
          <a:p>
            <a:pPr marL="285750" indent="-285750" fontAlgn="base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Click, Change, Submit, Mouse Over</a:t>
            </a:r>
          </a:p>
          <a:p>
            <a:pPr marL="285750" indent="-285750" fontAlgn="base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React </a:t>
            </a:r>
            <a:r>
              <a:rPr lang="km-KH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ប្រើ </a:t>
            </a: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Event </a:t>
            </a:r>
            <a:r>
              <a:rPr lang="km-KH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ដើម្បីធ្វើឲ្យ </a:t>
            </a: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UI </a:t>
            </a:r>
            <a:r>
              <a:rPr lang="km-KH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មាន </a:t>
            </a: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interaction</a:t>
            </a:r>
          </a:p>
          <a:p>
            <a:pPr marL="285750" indent="-285750" fontAlgn="base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React use </a:t>
            </a:r>
            <a:r>
              <a:rPr lang="en-US" dirty="0" err="1">
                <a:latin typeface="Khmer OS Siemreap" panose="02000500000000020004" pitchFamily="2" charset="77"/>
                <a:cs typeface="Khmer OS Siemreap" panose="02000500000000020004" pitchFamily="2" charset="77"/>
              </a:rPr>
              <a:t>onClick</a:t>
            </a: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, </a:t>
            </a:r>
            <a:r>
              <a:rPr lang="en-US" dirty="0" err="1">
                <a:latin typeface="Khmer OS Siemreap" panose="02000500000000020004" pitchFamily="2" charset="77"/>
                <a:cs typeface="Khmer OS Siemreap" panose="02000500000000020004" pitchFamily="2" charset="77"/>
              </a:rPr>
              <a:t>onChange</a:t>
            </a: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, </a:t>
            </a:r>
            <a:r>
              <a:rPr lang="en-US" dirty="0" err="1">
                <a:latin typeface="Khmer OS Siemreap" panose="02000500000000020004" pitchFamily="2" charset="77"/>
                <a:cs typeface="Khmer OS Siemreap" panose="02000500000000020004" pitchFamily="2" charset="77"/>
              </a:rPr>
              <a:t>onSubmit</a:t>
            </a: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, </a:t>
            </a:r>
            <a:r>
              <a:rPr lang="en-US" dirty="0" err="1">
                <a:latin typeface="Khmer OS Siemreap" panose="02000500000000020004" pitchFamily="2" charset="77"/>
                <a:cs typeface="Khmer OS Siemreap" panose="02000500000000020004" pitchFamily="2" charset="77"/>
              </a:rPr>
              <a:t>onMouseOver</a:t>
            </a:r>
            <a:endParaRPr lang="en-US" dirty="0">
              <a:latin typeface="Khmer OS Siemreap" panose="02000500000000020004" pitchFamily="2" charset="77"/>
              <a:cs typeface="Khmer OS Siemreap" panose="02000500000000020004" pitchFamily="2" charset="77"/>
            </a:endParaRPr>
          </a:p>
          <a:p>
            <a:pPr fontAlgn="base">
              <a:lnSpc>
                <a:spcPct val="200000"/>
              </a:lnSpc>
            </a:pPr>
            <a:endParaRPr lang="en-US" dirty="0">
              <a:latin typeface="Khmer OS Siemreap" panose="02000500000000020004" pitchFamily="2" charset="77"/>
              <a:cs typeface="Khmer OS Siemreap" panose="02000500000000020004" pitchFamily="2" charset="77"/>
            </a:endParaRPr>
          </a:p>
          <a:p>
            <a:pPr marL="285750" indent="-285750" fontAlgn="base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en-US" dirty="0">
              <a:latin typeface="Khmer OS Siemreap" panose="02000500000000020004" pitchFamily="2" charset="77"/>
              <a:cs typeface="Khmer OS Siemreap" panose="02000500000000020004" pitchFamily="2" charset="77"/>
            </a:endParaRPr>
          </a:p>
          <a:p>
            <a:pPr marL="285750" indent="-285750" fontAlgn="base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km-KH" dirty="0">
              <a:latin typeface="Khmer OS Siemreap" panose="02000500000000020004" pitchFamily="2" charset="77"/>
              <a:cs typeface="Khmer OS Siemreap" panose="02000500000000020004" pitchFamily="2" charset="77"/>
            </a:endParaRPr>
          </a:p>
        </p:txBody>
      </p:sp>
      <p:pic>
        <p:nvPicPr>
          <p:cNvPr id="7170" name="Picture 2" descr="React Events - GeeksforGeeks">
            <a:extLst>
              <a:ext uri="{FF2B5EF4-FFF2-40B4-BE49-F238E27FC236}">
                <a16:creationId xmlns:a16="http://schemas.microsoft.com/office/drawing/2014/main" id="{C2963E2F-A297-3142-82FD-1337EF43F0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1060" y="2844920"/>
            <a:ext cx="5132250" cy="2566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3925975"/>
      </p:ext>
    </p:extLst>
  </p:cSld>
  <p:clrMapOvr>
    <a:masterClrMapping/>
  </p:clrMapOvr>
  <p:transition spd="slow">
    <p:push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80A2E2D-06D8-6848-830A-2F9FCD88CE1A}"/>
              </a:ext>
            </a:extLst>
          </p:cNvPr>
          <p:cNvSpPr/>
          <p:nvPr/>
        </p:nvSpPr>
        <p:spPr>
          <a:xfrm>
            <a:off x="436755" y="260705"/>
            <a:ext cx="1535036" cy="623248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r>
              <a:rPr lang="en-US" sz="3600" b="1" dirty="0">
                <a:ln w="0"/>
                <a:solidFill>
                  <a:schemeClr val="bg1"/>
                </a:solidFill>
                <a:latin typeface="Aptos Black" panose="020B0004020202020204" pitchFamily="34" charset="0"/>
                <a:ea typeface="Roboto" panose="02000000000000000000" pitchFamily="2" charset="0"/>
                <a:cs typeface="Times New Roman" panose="02020603050405020304" pitchFamily="18" charset="0"/>
              </a:rPr>
              <a:t>Hooks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BCF93DB-4AAC-744F-A782-D9199C8D228F}"/>
              </a:ext>
            </a:extLst>
          </p:cNvPr>
          <p:cNvSpPr txBox="1"/>
          <p:nvPr/>
        </p:nvSpPr>
        <p:spPr>
          <a:xfrm>
            <a:off x="612049" y="1386049"/>
            <a:ext cx="6255282" cy="55630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fontAlgn="base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km-KH" dirty="0">
              <a:latin typeface="Khmer OS Siemreap" panose="02000500000000020004" pitchFamily="2" charset="77"/>
              <a:cs typeface="Khmer OS Siemreap" panose="02000500000000020004" pitchFamily="2" charset="77"/>
            </a:endParaRPr>
          </a:p>
          <a:p>
            <a:pPr marL="285750" indent="-285750" fontAlgn="base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Hooks </a:t>
            </a:r>
            <a:r>
              <a:rPr lang="km-KH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គឺជា </a:t>
            </a: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Function </a:t>
            </a:r>
            <a:r>
              <a:rPr lang="km-KH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ពិសេសនៅក្នុង </a:t>
            </a: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React</a:t>
            </a:r>
          </a:p>
          <a:p>
            <a:pPr marL="285750" indent="-285750" fontAlgn="base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Hooks </a:t>
            </a:r>
            <a:r>
              <a:rPr lang="km-KH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អនុញ្ញាតឲ្យ </a:t>
            </a: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Functional Component </a:t>
            </a:r>
            <a:r>
              <a:rPr lang="km-KH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ប្រើ</a:t>
            </a: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 (State, Lifecycle, side effects</a:t>
            </a:r>
            <a:endParaRPr lang="km-KH" dirty="0">
              <a:latin typeface="Khmer OS Siemreap" panose="02000500000000020004" pitchFamily="2" charset="77"/>
              <a:cs typeface="Khmer OS Siemreap" panose="02000500000000020004" pitchFamily="2" charset="77"/>
            </a:endParaRPr>
          </a:p>
          <a:p>
            <a:pPr marL="285750" indent="-285750" fontAlgn="base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m-KH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គ្រប់គ្រង </a:t>
            </a: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State </a:t>
            </a:r>
            <a:r>
              <a:rPr lang="km-KH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និង </a:t>
            </a: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Effect </a:t>
            </a:r>
            <a:r>
              <a:rPr lang="km-KH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ងាយស្រួល</a:t>
            </a:r>
            <a:endParaRPr lang="en-US" dirty="0">
              <a:latin typeface="Khmer OS Siemreap" panose="02000500000000020004" pitchFamily="2" charset="77"/>
              <a:cs typeface="Khmer OS Siemreap" panose="02000500000000020004" pitchFamily="2" charset="77"/>
            </a:endParaRPr>
          </a:p>
          <a:p>
            <a:pPr marL="285750" indent="-285750" fontAlgn="base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Commons use: </a:t>
            </a:r>
            <a:r>
              <a:rPr lang="en-US" dirty="0" err="1">
                <a:latin typeface="Khmer OS Siemreap" panose="02000500000000020004" pitchFamily="2" charset="77"/>
                <a:cs typeface="Khmer OS Siemreap" panose="02000500000000020004" pitchFamily="2" charset="77"/>
              </a:rPr>
              <a:t>useState</a:t>
            </a: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, </a:t>
            </a:r>
            <a:r>
              <a:rPr lang="en-US" dirty="0" err="1">
                <a:latin typeface="Khmer OS Siemreap" panose="02000500000000020004" pitchFamily="2" charset="77"/>
                <a:cs typeface="Khmer OS Siemreap" panose="02000500000000020004" pitchFamily="2" charset="77"/>
              </a:rPr>
              <a:t>useEffect</a:t>
            </a: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, </a:t>
            </a:r>
            <a:r>
              <a:rPr lang="en-US" dirty="0" err="1">
                <a:latin typeface="Khmer OS Siemreap" panose="02000500000000020004" pitchFamily="2" charset="77"/>
                <a:cs typeface="Khmer OS Siemreap" panose="02000500000000020004" pitchFamily="2" charset="77"/>
              </a:rPr>
              <a:t>useContext</a:t>
            </a: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, </a:t>
            </a:r>
            <a:r>
              <a:rPr lang="en-US" dirty="0" err="1">
                <a:latin typeface="Khmer OS Siemreap" panose="02000500000000020004" pitchFamily="2" charset="77"/>
                <a:cs typeface="Khmer OS Siemreap" panose="02000500000000020004" pitchFamily="2" charset="77"/>
              </a:rPr>
              <a:t>useRef</a:t>
            </a: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, </a:t>
            </a:r>
            <a:r>
              <a:rPr lang="en-US" dirty="0" err="1">
                <a:latin typeface="Khmer OS Siemreap" panose="02000500000000020004" pitchFamily="2" charset="77"/>
                <a:cs typeface="Khmer OS Siemreap" panose="02000500000000020004" pitchFamily="2" charset="77"/>
              </a:rPr>
              <a:t>useMemo</a:t>
            </a:r>
            <a:endParaRPr lang="km-KH" dirty="0">
              <a:latin typeface="Khmer OS Siemreap" panose="02000500000000020004" pitchFamily="2" charset="77"/>
              <a:cs typeface="Khmer OS Siemreap" panose="02000500000000020004" pitchFamily="2" charset="77"/>
            </a:endParaRPr>
          </a:p>
          <a:p>
            <a:pPr marL="285750" indent="-285750" fontAlgn="base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en-US" dirty="0">
              <a:latin typeface="Khmer OS Siemreap" panose="02000500000000020004" pitchFamily="2" charset="77"/>
              <a:cs typeface="Khmer OS Siemreap" panose="02000500000000020004" pitchFamily="2" charset="77"/>
            </a:endParaRPr>
          </a:p>
          <a:p>
            <a:pPr marL="285750" indent="-285750" fontAlgn="base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en-US" dirty="0">
              <a:latin typeface="Khmer OS Siemreap" panose="02000500000000020004" pitchFamily="2" charset="77"/>
              <a:cs typeface="Khmer OS Siemreap" panose="02000500000000020004" pitchFamily="2" charset="77"/>
            </a:endParaRPr>
          </a:p>
          <a:p>
            <a:pPr marL="285750" indent="-285750" fontAlgn="base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km-KH" dirty="0">
              <a:latin typeface="Khmer OS Siemreap" panose="02000500000000020004" pitchFamily="2" charset="77"/>
              <a:cs typeface="Khmer OS Siemreap" panose="02000500000000020004" pitchFamily="2" charset="77"/>
            </a:endParaRPr>
          </a:p>
        </p:txBody>
      </p:sp>
      <p:pic>
        <p:nvPicPr>
          <p:cNvPr id="1026" name="Picture 2" descr="How to understand a component's lifecycle methods in ReactJS">
            <a:extLst>
              <a:ext uri="{FF2B5EF4-FFF2-40B4-BE49-F238E27FC236}">
                <a16:creationId xmlns:a16="http://schemas.microsoft.com/office/drawing/2014/main" id="{BB355D93-F8F0-F044-B4FE-3E1AD84121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0448" y="3648268"/>
            <a:ext cx="3650614" cy="23641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98518672"/>
      </p:ext>
    </p:extLst>
  </p:cSld>
  <p:clrMapOvr>
    <a:masterClrMapping/>
  </p:clrMapOvr>
  <p:transition spd="slow">
    <p:push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80A2E2D-06D8-6848-830A-2F9FCD88CE1A}"/>
              </a:ext>
            </a:extLst>
          </p:cNvPr>
          <p:cNvSpPr/>
          <p:nvPr/>
        </p:nvSpPr>
        <p:spPr>
          <a:xfrm>
            <a:off x="436755" y="260705"/>
            <a:ext cx="1307409" cy="623248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r>
              <a:rPr lang="en-US" sz="3600" b="1" dirty="0">
                <a:ln w="0"/>
                <a:solidFill>
                  <a:schemeClr val="bg1"/>
                </a:solidFill>
                <a:latin typeface="Aptos Black" panose="020B0004020202020204" pitchFamily="34" charset="0"/>
                <a:ea typeface="Roboto" panose="02000000000000000000" pitchFamily="2" charset="0"/>
                <a:cs typeface="Times New Roman" panose="02020603050405020304" pitchFamily="18" charset="0"/>
              </a:rPr>
              <a:t>State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BCF93DB-4AAC-744F-A782-D9199C8D228F}"/>
              </a:ext>
            </a:extLst>
          </p:cNvPr>
          <p:cNvSpPr txBox="1"/>
          <p:nvPr/>
        </p:nvSpPr>
        <p:spPr>
          <a:xfrm>
            <a:off x="542381" y="1107375"/>
            <a:ext cx="6315619" cy="5009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fontAlgn="base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km-KH" dirty="0">
              <a:latin typeface="Khmer OS Siemreap" panose="02000500000000020004" pitchFamily="2" charset="77"/>
              <a:cs typeface="Khmer OS Siemreap" panose="02000500000000020004" pitchFamily="2" charset="77"/>
            </a:endParaRPr>
          </a:p>
          <a:p>
            <a:pPr marL="285750" indent="-285750" fontAlgn="base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State </a:t>
            </a:r>
            <a:r>
              <a:rPr lang="km-KH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គឺជា ទិន្នន័យដែលអាចផ្លាស់ប្តូរ បាននៅក្នុង </a:t>
            </a: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Component</a:t>
            </a:r>
          </a:p>
          <a:p>
            <a:pPr marL="285750" indent="-285750" fontAlgn="base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State </a:t>
            </a:r>
            <a:r>
              <a:rPr lang="km-KH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គ្រប់គ្រង </a:t>
            </a: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behavior </a:t>
            </a:r>
            <a:r>
              <a:rPr lang="km-KH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និង </a:t>
            </a: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UI</a:t>
            </a:r>
          </a:p>
          <a:p>
            <a:pPr marL="285750" indent="-285750" fontAlgn="base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m-KH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នៅពេល </a:t>
            </a: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State </a:t>
            </a:r>
            <a:r>
              <a:rPr lang="km-KH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ផ្លាស់ប្តូរ → </a:t>
            </a: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Component </a:t>
            </a:r>
            <a:r>
              <a:rPr lang="km-KH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នឹង </a:t>
            </a: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Render </a:t>
            </a:r>
            <a:r>
              <a:rPr lang="km-KH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ម្តងទៀត (</a:t>
            </a: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Re-render)</a:t>
            </a:r>
          </a:p>
          <a:p>
            <a:pPr marL="285750" indent="-285750" fontAlgn="base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React </a:t>
            </a:r>
            <a:r>
              <a:rPr lang="km-KH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ប្រើ </a:t>
            </a:r>
            <a:r>
              <a:rPr lang="en-US" dirty="0" err="1">
                <a:latin typeface="Khmer OS Siemreap" panose="02000500000000020004" pitchFamily="2" charset="77"/>
                <a:cs typeface="Khmer OS Siemreap" panose="02000500000000020004" pitchFamily="2" charset="77"/>
              </a:rPr>
              <a:t>useState</a:t>
            </a: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 </a:t>
            </a:r>
            <a:r>
              <a:rPr lang="km-KH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ដើម្បីបង្កើត </a:t>
            </a: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State</a:t>
            </a:r>
          </a:p>
          <a:p>
            <a:pPr fontAlgn="base">
              <a:lnSpc>
                <a:spcPct val="200000"/>
              </a:lnSpc>
            </a:pPr>
            <a:endParaRPr lang="en-US" dirty="0">
              <a:latin typeface="Khmer OS Siemreap" panose="02000500000000020004" pitchFamily="2" charset="77"/>
              <a:cs typeface="Khmer OS Siemreap" panose="02000500000000020004" pitchFamily="2" charset="77"/>
            </a:endParaRPr>
          </a:p>
          <a:p>
            <a:pPr marL="285750" indent="-285750" fontAlgn="base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en-US" dirty="0">
              <a:latin typeface="Khmer OS Siemreap" panose="02000500000000020004" pitchFamily="2" charset="77"/>
              <a:cs typeface="Khmer OS Siemreap" panose="02000500000000020004" pitchFamily="2" charset="77"/>
            </a:endParaRPr>
          </a:p>
          <a:p>
            <a:pPr marL="285750" indent="-285750" fontAlgn="base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km-KH" dirty="0">
              <a:latin typeface="Khmer OS Siemreap" panose="02000500000000020004" pitchFamily="2" charset="77"/>
              <a:cs typeface="Khmer OS Siemreap" panose="02000500000000020004" pitchFamily="2" charset="77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30B926D-E610-9941-BB26-EF4F7A1183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0765" y="2833010"/>
            <a:ext cx="5111931" cy="327333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6B51986-2794-4448-87AE-A087F25BD4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2827" y="4593410"/>
            <a:ext cx="2049653" cy="1517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370951"/>
      </p:ext>
    </p:extLst>
  </p:cSld>
  <p:clrMapOvr>
    <a:masterClrMapping/>
  </p:clrMapOvr>
  <p:transition spd="slow">
    <p:push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80A2E2D-06D8-6848-830A-2F9FCD88CE1A}"/>
              </a:ext>
            </a:extLst>
          </p:cNvPr>
          <p:cNvSpPr/>
          <p:nvPr/>
        </p:nvSpPr>
        <p:spPr>
          <a:xfrm>
            <a:off x="436755" y="260705"/>
            <a:ext cx="2240998" cy="623248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r>
              <a:rPr lang="en-US" sz="3600" b="1" dirty="0" err="1">
                <a:ln w="0"/>
                <a:solidFill>
                  <a:schemeClr val="bg1"/>
                </a:solidFill>
                <a:latin typeface="Aptos Black" panose="020B0004020202020204" pitchFamily="34" charset="0"/>
                <a:ea typeface="Roboto" panose="02000000000000000000" pitchFamily="2" charset="0"/>
                <a:cs typeface="Times New Roman" panose="02020603050405020304" pitchFamily="18" charset="0"/>
              </a:rPr>
              <a:t>useEffect</a:t>
            </a:r>
            <a:endParaRPr lang="en-US" sz="3600" b="1" dirty="0">
              <a:ln w="0"/>
              <a:solidFill>
                <a:schemeClr val="bg1"/>
              </a:solidFill>
              <a:latin typeface="Aptos Black" panose="020B0004020202020204" pitchFamily="34" charset="0"/>
              <a:ea typeface="Roboto" panose="02000000000000000000" pitchFamily="2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BCF93DB-4AAC-744F-A782-D9199C8D228F}"/>
              </a:ext>
            </a:extLst>
          </p:cNvPr>
          <p:cNvSpPr txBox="1"/>
          <p:nvPr/>
        </p:nvSpPr>
        <p:spPr>
          <a:xfrm>
            <a:off x="542381" y="1478466"/>
            <a:ext cx="6912156" cy="39010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fontAlgn="base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km-KH" dirty="0">
              <a:latin typeface="Khmer OS Siemreap" panose="02000500000000020004" pitchFamily="2" charset="77"/>
              <a:cs typeface="Khmer OS Siemreap" panose="02000500000000020004" pitchFamily="2" charset="77"/>
            </a:endParaRPr>
          </a:p>
          <a:p>
            <a:pPr marL="285750" indent="-285750" fontAlgn="base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 err="1">
                <a:latin typeface="Khmer OS Siemreap" panose="02000500000000020004" pitchFamily="2" charset="77"/>
                <a:cs typeface="Khmer OS Siemreap" panose="02000500000000020004" pitchFamily="2" charset="77"/>
              </a:rPr>
              <a:t>useEffect</a:t>
            </a: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 </a:t>
            </a:r>
            <a:r>
              <a:rPr lang="km-KH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គឺជា </a:t>
            </a: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Hook </a:t>
            </a:r>
            <a:r>
              <a:rPr lang="km-KH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មួយក្នុង </a:t>
            </a: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React</a:t>
            </a:r>
          </a:p>
          <a:p>
            <a:pPr marL="285750" indent="-285750" fontAlgn="base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m-KH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ប្រើសម្រាប់ដំណើរការ </a:t>
            </a: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Side Effect</a:t>
            </a:r>
          </a:p>
          <a:p>
            <a:pPr marL="285750" indent="-285750" fontAlgn="base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Side Effect </a:t>
            </a:r>
            <a:r>
              <a:rPr lang="km-KH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គឺជា ការងារដែលកើតឡើងក្រៅ </a:t>
            </a: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UI</a:t>
            </a:r>
          </a:p>
          <a:p>
            <a:pPr marL="285750" indent="-285750" fontAlgn="base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E.g. Fetch API, Call Database, Set Timeout, Add event Listener</a:t>
            </a:r>
          </a:p>
          <a:p>
            <a:pPr marL="285750" indent="-285750" fontAlgn="base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en-US" dirty="0">
              <a:latin typeface="Khmer OS Siemreap" panose="02000500000000020004" pitchFamily="2" charset="77"/>
              <a:cs typeface="Khmer OS Siemreap" panose="02000500000000020004" pitchFamily="2" charset="77"/>
            </a:endParaRPr>
          </a:p>
          <a:p>
            <a:pPr marL="285750" indent="-285750" fontAlgn="base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km-KH" dirty="0">
              <a:latin typeface="Khmer OS Siemreap" panose="02000500000000020004" pitchFamily="2" charset="77"/>
              <a:cs typeface="Khmer OS Siemreap" panose="02000500000000020004" pitchFamily="2" charset="77"/>
            </a:endParaRPr>
          </a:p>
        </p:txBody>
      </p:sp>
      <p:pic>
        <p:nvPicPr>
          <p:cNvPr id="1026" name="Picture 2" descr="React useEffect: The Side Effect Awakens | by PavanBhakta | JavaScript in  Plain English">
            <a:extLst>
              <a:ext uri="{FF2B5EF4-FFF2-40B4-BE49-F238E27FC236}">
                <a16:creationId xmlns:a16="http://schemas.microsoft.com/office/drawing/2014/main" id="{843CA2EF-119D-1C4A-9F20-18B7C9A7E3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38607" y="2695303"/>
            <a:ext cx="3211012" cy="32110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35249225"/>
      </p:ext>
    </p:extLst>
  </p:cSld>
  <p:clrMapOvr>
    <a:masterClrMapping/>
  </p:clrMapOvr>
  <p:transition spd="slow">
    <p:push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80A2E2D-06D8-6848-830A-2F9FCD88CE1A}"/>
              </a:ext>
            </a:extLst>
          </p:cNvPr>
          <p:cNvSpPr/>
          <p:nvPr/>
        </p:nvSpPr>
        <p:spPr>
          <a:xfrm>
            <a:off x="436755" y="260705"/>
            <a:ext cx="2240998" cy="623248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r>
              <a:rPr lang="en-US" sz="3600" b="1" dirty="0" err="1">
                <a:ln w="0"/>
                <a:solidFill>
                  <a:schemeClr val="bg1"/>
                </a:solidFill>
                <a:latin typeface="Aptos Black" panose="020B0004020202020204" pitchFamily="34" charset="0"/>
                <a:ea typeface="Roboto" panose="02000000000000000000" pitchFamily="2" charset="0"/>
                <a:cs typeface="Times New Roman" panose="02020603050405020304" pitchFamily="18" charset="0"/>
              </a:rPr>
              <a:t>useEffect</a:t>
            </a:r>
            <a:endParaRPr lang="en-US" sz="3600" b="1" dirty="0">
              <a:ln w="0"/>
              <a:solidFill>
                <a:schemeClr val="bg1"/>
              </a:solidFill>
              <a:latin typeface="Aptos Black" panose="020B0004020202020204" pitchFamily="34" charset="0"/>
              <a:ea typeface="Roboto" panose="02000000000000000000" pitchFamily="2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BCF93DB-4AAC-744F-A782-D9199C8D228F}"/>
              </a:ext>
            </a:extLst>
          </p:cNvPr>
          <p:cNvSpPr txBox="1"/>
          <p:nvPr/>
        </p:nvSpPr>
        <p:spPr>
          <a:xfrm>
            <a:off x="436755" y="1201467"/>
            <a:ext cx="6912156" cy="44550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fontAlgn="base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Syntax</a:t>
            </a:r>
            <a:b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</a:b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Dependency array</a:t>
            </a:r>
            <a:b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</a:b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[] </a:t>
            </a:r>
            <a:r>
              <a:rPr lang="en-US" dirty="0">
                <a:highlight>
                  <a:srgbClr val="FFFF00"/>
                </a:highlight>
                <a:latin typeface="Khmer OS Siemreap" panose="02000500000000020004" pitchFamily="2" charset="77"/>
                <a:cs typeface="Khmer OS Siemreap" panose="02000500000000020004" pitchFamily="2" charset="77"/>
              </a:rPr>
              <a:t>run once</a:t>
            </a:r>
            <a:b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</a:b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[count] </a:t>
            </a:r>
            <a:r>
              <a:rPr lang="en-US" dirty="0">
                <a:highlight>
                  <a:srgbClr val="FFFF00"/>
                </a:highlight>
                <a:latin typeface="Khmer OS Siemreap" panose="02000500000000020004" pitchFamily="2" charset="77"/>
                <a:cs typeface="Khmer OS Siemreap" panose="02000500000000020004" pitchFamily="2" charset="77"/>
              </a:rPr>
              <a:t>run when count change</a:t>
            </a:r>
            <a:b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</a:br>
            <a:endParaRPr lang="en-US" dirty="0">
              <a:latin typeface="Khmer OS Siemreap" panose="02000500000000020004" pitchFamily="2" charset="77"/>
              <a:cs typeface="Khmer OS Siemreap" panose="02000500000000020004" pitchFamily="2" charset="77"/>
            </a:endParaRPr>
          </a:p>
          <a:p>
            <a:pPr fontAlgn="base">
              <a:lnSpc>
                <a:spcPct val="200000"/>
              </a:lnSpc>
            </a:pPr>
            <a:endParaRPr lang="en-US" dirty="0">
              <a:latin typeface="Khmer OS Siemreap" panose="02000500000000020004" pitchFamily="2" charset="77"/>
              <a:cs typeface="Khmer OS Siemreap" panose="02000500000000020004" pitchFamily="2" charset="77"/>
            </a:endParaRPr>
          </a:p>
          <a:p>
            <a:pPr marL="285750" indent="-285750" fontAlgn="base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en-US" dirty="0">
              <a:latin typeface="Khmer OS Siemreap" panose="02000500000000020004" pitchFamily="2" charset="77"/>
              <a:cs typeface="Khmer OS Siemreap" panose="02000500000000020004" pitchFamily="2" charset="77"/>
            </a:endParaRPr>
          </a:p>
          <a:p>
            <a:pPr marL="285750" indent="-285750" fontAlgn="base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km-KH" dirty="0">
              <a:latin typeface="Khmer OS Siemreap" panose="02000500000000020004" pitchFamily="2" charset="77"/>
              <a:cs typeface="Khmer OS Siemreap" panose="02000500000000020004" pitchFamily="2" charset="77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8FF5655-077F-794C-9A65-6EA979E941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6538" y="1533536"/>
            <a:ext cx="3795984" cy="319425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27C2960-54C7-144B-B372-E756B81425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378" y="4452450"/>
            <a:ext cx="3136900" cy="1524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76D6D53-A168-BB4C-854E-1D39698893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65797" y="2994678"/>
            <a:ext cx="3529092" cy="3107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4032321"/>
      </p:ext>
    </p:extLst>
  </p:cSld>
  <p:clrMapOvr>
    <a:masterClrMapping/>
  </p:clrMapOvr>
  <p:transition spd="slow">
    <p:push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80A2E2D-06D8-6848-830A-2F9FCD88CE1A}"/>
              </a:ext>
            </a:extLst>
          </p:cNvPr>
          <p:cNvSpPr/>
          <p:nvPr/>
        </p:nvSpPr>
        <p:spPr>
          <a:xfrm>
            <a:off x="436755" y="260705"/>
            <a:ext cx="1607748" cy="623248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r>
              <a:rPr lang="en-US" sz="3600" b="1" dirty="0">
                <a:ln w="0"/>
                <a:solidFill>
                  <a:schemeClr val="bg1"/>
                </a:solidFill>
                <a:latin typeface="Aptos Black" panose="020B0004020202020204" pitchFamily="34" charset="0"/>
                <a:ea typeface="Roboto" panose="02000000000000000000" pitchFamily="2" charset="0"/>
                <a:cs typeface="Times New Roman" panose="02020603050405020304" pitchFamily="18" charset="0"/>
              </a:rPr>
              <a:t>Layout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BCF93DB-4AAC-744F-A782-D9199C8D228F}"/>
              </a:ext>
            </a:extLst>
          </p:cNvPr>
          <p:cNvSpPr txBox="1"/>
          <p:nvPr/>
        </p:nvSpPr>
        <p:spPr>
          <a:xfrm>
            <a:off x="542381" y="1478466"/>
            <a:ext cx="6912156" cy="33470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fontAlgn="base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Layout </a:t>
            </a:r>
            <a:r>
              <a:rPr lang="km-KH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គឺជា </a:t>
            </a: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Component </a:t>
            </a:r>
            <a:r>
              <a:rPr lang="km-KH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មួយ ដែលប្រើសម្រាប់រៀបចំរចនាសម្ព័ន្ធ (</a:t>
            </a: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Structure) </a:t>
            </a:r>
            <a:r>
              <a:rPr lang="km-KH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ទូទៅនៃ </a:t>
            </a: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Website </a:t>
            </a:r>
            <a:r>
              <a:rPr lang="km-KH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ដូចជា៖</a:t>
            </a:r>
          </a:p>
          <a:p>
            <a:pPr marL="285750" indent="-285750" fontAlgn="base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Header, Navbar, Sidebar, Footer, Content Area</a:t>
            </a:r>
          </a:p>
          <a:p>
            <a:pPr marL="285750" indent="-285750" fontAlgn="base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m-KH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វាធ្វើឲ្យ </a:t>
            </a: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UI </a:t>
            </a:r>
            <a:r>
              <a:rPr lang="km-KH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មានស្តង់ដារ ដូចគ្នាទាំងអស់នៅគ្រប់ </a:t>
            </a: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Page</a:t>
            </a:r>
            <a:endParaRPr lang="km-KH" dirty="0">
              <a:latin typeface="Khmer OS Siemreap" panose="02000500000000020004" pitchFamily="2" charset="77"/>
              <a:cs typeface="Khmer OS Siemreap" panose="02000500000000020004" pitchFamily="2" charset="77"/>
            </a:endParaRPr>
          </a:p>
          <a:p>
            <a:pPr marL="285750" indent="-285750" fontAlgn="base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en-US" dirty="0">
              <a:latin typeface="Khmer OS Siemreap" panose="02000500000000020004" pitchFamily="2" charset="77"/>
              <a:cs typeface="Khmer OS Siemreap" panose="02000500000000020004" pitchFamily="2" charset="77"/>
            </a:endParaRPr>
          </a:p>
          <a:p>
            <a:pPr marL="285750" indent="-285750" fontAlgn="base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km-KH" dirty="0">
              <a:latin typeface="Khmer OS Siemreap" panose="02000500000000020004" pitchFamily="2" charset="77"/>
              <a:cs typeface="Khmer OS Siemreap" panose="02000500000000020004" pitchFamily="2" charset="77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D8EFA64-8D7F-D64A-A764-2833CF8AC7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2055" y="2899954"/>
            <a:ext cx="5687564" cy="3059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5431183"/>
      </p:ext>
    </p:extLst>
  </p:cSld>
  <p:clrMapOvr>
    <a:masterClrMapping/>
  </p:clrMapOvr>
  <p:transition spd="slow">
    <p:push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80A2E2D-06D8-6848-830A-2F9FCD88CE1A}"/>
              </a:ext>
            </a:extLst>
          </p:cNvPr>
          <p:cNvSpPr/>
          <p:nvPr/>
        </p:nvSpPr>
        <p:spPr>
          <a:xfrm>
            <a:off x="436755" y="260705"/>
            <a:ext cx="1607748" cy="623248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r>
              <a:rPr lang="en-US" sz="3600" b="1" dirty="0">
                <a:ln w="0"/>
                <a:solidFill>
                  <a:schemeClr val="bg1"/>
                </a:solidFill>
                <a:latin typeface="Aptos Black" panose="020B0004020202020204" pitchFamily="34" charset="0"/>
                <a:ea typeface="Roboto" panose="02000000000000000000" pitchFamily="2" charset="0"/>
                <a:cs typeface="Times New Roman" panose="02020603050405020304" pitchFamily="18" charset="0"/>
              </a:rPr>
              <a:t>Layout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A0D6887-087D-C947-B8CD-577D5CE964E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640" t="9275" r="6966" b="9197"/>
          <a:stretch/>
        </p:blipFill>
        <p:spPr>
          <a:xfrm>
            <a:off x="436755" y="1976846"/>
            <a:ext cx="5320937" cy="345359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4B14A52-148E-3646-8008-68A6B60D1DE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1011" t="12542" r="11354" b="12339"/>
          <a:stretch/>
        </p:blipFill>
        <p:spPr>
          <a:xfrm>
            <a:off x="6313715" y="1889759"/>
            <a:ext cx="3953691" cy="3453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6402496"/>
      </p:ext>
    </p:extLst>
  </p:cSld>
  <p:clrMapOvr>
    <a:masterClrMapping/>
  </p:clrMapOvr>
  <p:transition spd="slow">
    <p:push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3EC3732-F759-6248-98DE-FFF98CBC3BAC}"/>
              </a:ext>
            </a:extLst>
          </p:cNvPr>
          <p:cNvSpPr/>
          <p:nvPr/>
        </p:nvSpPr>
        <p:spPr>
          <a:xfrm>
            <a:off x="5074069" y="2061169"/>
            <a:ext cx="2392001" cy="623248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r>
              <a:rPr lang="en-US" sz="3600" b="1" dirty="0">
                <a:ln w="0"/>
                <a:solidFill>
                  <a:schemeClr val="bg1"/>
                </a:solidFill>
                <a:latin typeface="Aptos Black" panose="020B0004020202020204" pitchFamily="34" charset="0"/>
                <a:ea typeface="Roboto" panose="02000000000000000000" pitchFamily="2" charset="0"/>
                <a:cs typeface="Times New Roman" panose="02020603050405020304" pitchFamily="18" charset="0"/>
              </a:rPr>
              <a:t>Reference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B4D83D9-C47A-C84F-95AA-D7218E1698A9}"/>
              </a:ext>
            </a:extLst>
          </p:cNvPr>
          <p:cNvSpPr txBox="1"/>
          <p:nvPr/>
        </p:nvSpPr>
        <p:spPr>
          <a:xfrm>
            <a:off x="1265273" y="3162124"/>
            <a:ext cx="10494335" cy="11541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sz="2400" dirty="0">
                <a:solidFill>
                  <a:schemeClr val="bg1"/>
                </a:solidFill>
                <a:latin typeface="Khmer OS Siemreap" panose="02000500000000020004" pitchFamily="2" charset="77"/>
                <a:cs typeface="Khmer OS Siemreap" panose="02000500000000020004" pitchFamily="2" charset="77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https://react.dev/</a:t>
            </a:r>
            <a:endParaRPr lang="en-US" sz="2400" dirty="0">
              <a:solidFill>
                <a:schemeClr val="bg1"/>
              </a:solidFill>
              <a:latin typeface="Khmer OS Siemreap" panose="02000500000000020004" pitchFamily="2" charset="77"/>
              <a:cs typeface="Khmer OS Siemreap" panose="02000500000000020004" pitchFamily="2" charset="77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sz="2400" dirty="0">
                <a:solidFill>
                  <a:schemeClr val="bg1"/>
                </a:solidFill>
                <a:latin typeface="Khmer OS Siemreap" panose="02000500000000020004" pitchFamily="2" charset="77"/>
                <a:cs typeface="Khmer OS Siemreap" panose="02000500000000020004" pitchFamily="2" charset="77"/>
              </a:rPr>
              <a:t>https://</a:t>
            </a:r>
            <a:r>
              <a:rPr lang="en-US" sz="2400" dirty="0" err="1">
                <a:solidFill>
                  <a:schemeClr val="bg1"/>
                </a:solidFill>
                <a:latin typeface="Khmer OS Siemreap" panose="02000500000000020004" pitchFamily="2" charset="77"/>
                <a:cs typeface="Khmer OS Siemreap" panose="02000500000000020004" pitchFamily="2" charset="77"/>
              </a:rPr>
              <a:t>www.youtube.com</a:t>
            </a:r>
            <a:r>
              <a:rPr lang="en-US" sz="2400" dirty="0">
                <a:solidFill>
                  <a:schemeClr val="bg1"/>
                </a:solidFill>
                <a:latin typeface="Khmer OS Siemreap" panose="02000500000000020004" pitchFamily="2" charset="77"/>
                <a:cs typeface="Khmer OS Siemreap" panose="02000500000000020004" pitchFamily="2" charset="77"/>
              </a:rPr>
              <a:t>/</a:t>
            </a:r>
            <a:r>
              <a:rPr lang="en-US" sz="2400" dirty="0" err="1">
                <a:solidFill>
                  <a:schemeClr val="bg1"/>
                </a:solidFill>
                <a:latin typeface="Khmer OS Siemreap" panose="02000500000000020004" pitchFamily="2" charset="77"/>
                <a:cs typeface="Khmer OS Siemreap" panose="02000500000000020004" pitchFamily="2" charset="77"/>
              </a:rPr>
              <a:t>watch?v</a:t>
            </a:r>
            <a:r>
              <a:rPr lang="en-US" sz="2400" dirty="0">
                <a:solidFill>
                  <a:schemeClr val="bg1"/>
                </a:solidFill>
                <a:latin typeface="Khmer OS Siemreap" panose="02000500000000020004" pitchFamily="2" charset="77"/>
                <a:cs typeface="Khmer OS Siemreap" panose="02000500000000020004" pitchFamily="2" charset="77"/>
              </a:rPr>
              <a:t>=SqcY0GlETPk</a:t>
            </a:r>
          </a:p>
        </p:txBody>
      </p:sp>
    </p:spTree>
    <p:extLst>
      <p:ext uri="{BB962C8B-B14F-4D97-AF65-F5344CB8AC3E}">
        <p14:creationId xmlns:p14="http://schemas.microsoft.com/office/powerpoint/2010/main" val="2818962816"/>
      </p:ext>
    </p:extLst>
  </p:cSld>
  <p:clrMapOvr>
    <a:masterClrMapping/>
  </p:clrMapOvr>
  <p:transition spd="slow">
    <p:push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Picture 2" descr="Q&amp;A Images – Browse 228,851 Stock Photos, Vectors, and Video | Adobe Stock">
            <a:extLst>
              <a:ext uri="{FF2B5EF4-FFF2-40B4-BE49-F238E27FC236}">
                <a16:creationId xmlns:a16="http://schemas.microsoft.com/office/drawing/2014/main" id="{11FE7E59-125F-6C4B-B8BF-31BD6CEBA6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11556" y="1647884"/>
            <a:ext cx="5086074" cy="35622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5100839"/>
      </p:ext>
    </p:extLst>
  </p:cSld>
  <p:clrMapOvr>
    <a:masterClrMapping/>
  </p:clrMapOvr>
  <p:transition spd="slow">
    <p:push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051237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4426</TotalTime>
  <Words>528</Words>
  <Application>Microsoft Office PowerPoint</Application>
  <PresentationFormat>Widescreen</PresentationFormat>
  <Paragraphs>80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7" baseType="lpstr">
      <vt:lpstr>Geist Mono</vt:lpstr>
      <vt:lpstr>Aptos Black</vt:lpstr>
      <vt:lpstr>Arial</vt:lpstr>
      <vt:lpstr>Calibri</vt:lpstr>
      <vt:lpstr>Khmer OS Siemreap</vt:lpstr>
      <vt:lpstr>Roboto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EM Seyha</cp:lastModifiedBy>
  <cp:revision>38</cp:revision>
  <dcterms:created xsi:type="dcterms:W3CDTF">2025-10-06T13:45:52Z</dcterms:created>
  <dcterms:modified xsi:type="dcterms:W3CDTF">2026-03-16T14:14:50Z</dcterms:modified>
</cp:coreProperties>
</file>