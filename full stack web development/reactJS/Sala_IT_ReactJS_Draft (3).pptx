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401" r:id="rId3"/>
    <p:sldId id="402" r:id="rId4"/>
    <p:sldId id="403" r:id="rId5"/>
    <p:sldId id="405" r:id="rId6"/>
    <p:sldId id="404" r:id="rId7"/>
    <p:sldId id="407" r:id="rId8"/>
    <p:sldId id="406" r:id="rId9"/>
    <p:sldId id="408" r:id="rId10"/>
    <p:sldId id="409" r:id="rId11"/>
    <p:sldId id="410" r:id="rId12"/>
    <p:sldId id="350" r:id="rId13"/>
    <p:sldId id="347" r:id="rId14"/>
    <p:sldId id="34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97"/>
    <p:restoredTop sz="96327"/>
  </p:normalViewPr>
  <p:slideViewPr>
    <p:cSldViewPr snapToGrid="0" snapToObjects="1">
      <p:cViewPr varScale="1">
        <p:scale>
          <a:sx n="77" d="100"/>
          <a:sy n="77" d="100"/>
        </p:scale>
        <p:origin x="22" y="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89F2A-549A-DB45-8D22-E70CD59FC9D8}"/>
              </a:ext>
            </a:extLst>
          </p:cNvPr>
          <p:cNvSpPr/>
          <p:nvPr/>
        </p:nvSpPr>
        <p:spPr>
          <a:xfrm>
            <a:off x="2392499" y="2336843"/>
            <a:ext cx="2743380" cy="90024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</a:p>
        </p:txBody>
      </p:sp>
      <p:pic>
        <p:nvPicPr>
          <p:cNvPr id="2" name="Picture 2" descr="Mastering React.js Design Patterns: Building Scalable and Maintainable  Applications | by Seliesh Jacob | Stackademic">
            <a:extLst>
              <a:ext uri="{FF2B5EF4-FFF2-40B4-BE49-F238E27FC236}">
                <a16:creationId xmlns:a16="http://schemas.microsoft.com/office/drawing/2014/main" id="{960E5206-C28A-024B-AC9A-01BD2AF4C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39" y="1115044"/>
            <a:ext cx="4521062" cy="301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C8FA48-213F-4E49-8D6B-3C2E4BF0CE30}"/>
              </a:ext>
            </a:extLst>
          </p:cNvPr>
          <p:cNvSpPr/>
          <p:nvPr/>
        </p:nvSpPr>
        <p:spPr>
          <a:xfrm>
            <a:off x="135831" y="4526563"/>
            <a:ext cx="2414765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006EB4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Prepared by: San Ratana</a:t>
            </a:r>
          </a:p>
        </p:txBody>
      </p:sp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7675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SPA (Single Page Application)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Web 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ខ្ពស់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តូចៗ អាចប្រើឡើងវិញបាន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Data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បានងាយស្រួល</a:t>
            </a:r>
          </a:p>
        </p:txBody>
      </p:sp>
    </p:spTree>
    <p:extLst>
      <p:ext uri="{BB962C8B-B14F-4D97-AF65-F5344CB8AC3E}">
        <p14:creationId xmlns:p14="http://schemas.microsoft.com/office/powerpoint/2010/main" val="137251383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16817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837637" y="2078427"/>
            <a:ext cx="6141165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00000"/>
              </a:lnSpc>
            </a:pPr>
            <a:r>
              <a:rPr lang="en-US" b="0" i="0" dirty="0">
                <a:effectLst/>
                <a:latin typeface="Geist Mono"/>
              </a:rPr>
              <a:t>- Create project</a:t>
            </a:r>
          </a:p>
          <a:p>
            <a:pPr algn="l" rtl="0">
              <a:lnSpc>
                <a:spcPct val="200000"/>
              </a:lnSpc>
            </a:pP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npm</a:t>
            </a:r>
            <a:r>
              <a:rPr lang="en-US" b="0" i="0" dirty="0">
                <a:effectLst/>
                <a:highlight>
                  <a:srgbClr val="FFFF00"/>
                </a:highlight>
                <a:latin typeface="Geist Mono"/>
              </a:rPr>
              <a:t> create </a:t>
            </a: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vite@latest</a:t>
            </a:r>
            <a:endParaRPr lang="en-US" b="0" i="0" dirty="0">
              <a:effectLst/>
              <a:highlight>
                <a:srgbClr val="FFFF00"/>
              </a:highlight>
              <a:latin typeface="Geist Mono"/>
            </a:endParaRPr>
          </a:p>
          <a:p>
            <a:pPr algn="l" rtl="0">
              <a:lnSpc>
                <a:spcPct val="200000"/>
              </a:lnSpc>
            </a:pPr>
            <a:r>
              <a:rPr lang="en-US" dirty="0">
                <a:latin typeface="Geist Mono"/>
              </a:rPr>
              <a:t>- Follow </a:t>
            </a:r>
            <a:r>
              <a:rPr lang="en-US" dirty="0" err="1">
                <a:latin typeface="Geist Mono"/>
              </a:rPr>
              <a:t>url</a:t>
            </a:r>
            <a:r>
              <a:rPr lang="en-US" dirty="0">
                <a:latin typeface="Geist Mono"/>
              </a:rPr>
              <a:t> for more setup detail</a:t>
            </a: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r>
              <a:rPr lang="en-US" dirty="0"/>
              <a:t>https://</a:t>
            </a:r>
            <a:r>
              <a:rPr lang="en-US" dirty="0" err="1"/>
              <a:t>ui.shadcn.com</a:t>
            </a:r>
            <a:r>
              <a:rPr lang="en-US" dirty="0"/>
              <a:t>/docs/installation/</a:t>
            </a:r>
            <a:r>
              <a:rPr lang="en-US" dirty="0" err="1"/>
              <a:t>vite</a:t>
            </a:r>
            <a:br>
              <a:rPr lang="en-US" dirty="0"/>
            </a:b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br>
              <a:rPr lang="en-US" dirty="0"/>
            </a:br>
            <a:br>
              <a:rPr lang="en-US" dirty="0"/>
            </a:b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259301284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4375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997947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គឺជាផ្នែកតូចមួយនៃ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(User Interface)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វាស្រដៀងនឹង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return JSX (HTML-like code)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App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ត្រូវបានបង្កើតពី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ច្រើនៗ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Reusable)</a:t>
            </a:r>
          </a:p>
        </p:txBody>
      </p:sp>
      <p:pic>
        <p:nvPicPr>
          <p:cNvPr id="1026" name="Picture 2" descr="React.js components">
            <a:extLst>
              <a:ext uri="{FF2B5EF4-FFF2-40B4-BE49-F238E27FC236}">
                <a16:creationId xmlns:a16="http://schemas.microsoft.com/office/drawing/2014/main" id="{034BB671-23B7-0E40-A15B-9A329039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7" y="2178677"/>
            <a:ext cx="4747830" cy="369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0352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896143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stand for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xml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(JavaScript XML)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គឺជាវិធីសរសេរកូដដែលស្រដៀង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ត្រូវបានប្រើក្នុង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អនុញ្ញាតឱ្យយើងសរសេរ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file</a:t>
            </a:r>
          </a:p>
        </p:txBody>
      </p:sp>
      <p:pic>
        <p:nvPicPr>
          <p:cNvPr id="5122" name="Picture 2" descr="What is JSX in React.js?">
            <a:extLst>
              <a:ext uri="{FF2B5EF4-FFF2-40B4-BE49-F238E27FC236}">
                <a16:creationId xmlns:a16="http://schemas.microsoft.com/office/drawing/2014/main" id="{BBC40CA4-44EE-E54F-890B-1B851F19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389" y="3898773"/>
            <a:ext cx="4770344" cy="188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236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40997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 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971" y="2361984"/>
            <a:ext cx="7458029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code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ដែលយើងដាក់នៅក្នុង { } 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មានភាព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Dynamic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577D0-DA55-534B-9F8D-5E8EEBBCA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8" r="12962" b="-1508"/>
          <a:stretch/>
        </p:blipFill>
        <p:spPr>
          <a:xfrm>
            <a:off x="5871551" y="3429000"/>
            <a:ext cx="5477766" cy="24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1075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974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5" y="1770314"/>
            <a:ext cx="529305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(Properties)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ទិន្នន័យដែលយើងផ្ញើពី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 ទៅ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មួយទៀត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ទទួលតម្លៃពីខាងក្រៅ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</a:t>
            </a:r>
          </a:p>
        </p:txBody>
      </p:sp>
      <p:pic>
        <p:nvPicPr>
          <p:cNvPr id="4098" name="Picture 2" descr="Understanding React JS Components and Props | Medium">
            <a:extLst>
              <a:ext uri="{FF2B5EF4-FFF2-40B4-BE49-F238E27FC236}">
                <a16:creationId xmlns:a16="http://schemas.microsoft.com/office/drawing/2014/main" id="{42E430BF-A469-A142-BC31-105D302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099" y="1753642"/>
            <a:ext cx="4500376" cy="42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0459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93019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Example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43213-B6D3-F445-A985-C2BCF921D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6" t="3801" r="4219" b="4078"/>
          <a:stretch/>
        </p:blipFill>
        <p:spPr>
          <a:xfrm>
            <a:off x="918359" y="1228987"/>
            <a:ext cx="4769922" cy="4910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B5CFD-B430-4246-BA2B-69439091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09" y="1228986"/>
            <a:ext cx="3887331" cy="49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614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59782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Render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5753710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យើងប្រើ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map()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ដើម្បីបង្ហាញ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Array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Element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ប្រើសម្រាប់បង្ហាញ: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Product List, Category List, User List, Menu List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ត្រូវការ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key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ដើម្បីសម្គាល់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Element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នីមួយៗ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AF082-92A1-C54B-BC3A-C942D168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954" y="1652749"/>
            <a:ext cx="5196522" cy="42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7615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6960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355572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ព្រឹត្តិការណ៍ដែលកើតឡើងពី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User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ឧទាហរណ៍: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Click, Change, Submit, Mouse Over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use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onClick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onChange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onSubmit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onMouseOver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7170" name="Picture 2" descr="React Events - GeeksforGeeks">
            <a:extLst>
              <a:ext uri="{FF2B5EF4-FFF2-40B4-BE49-F238E27FC236}">
                <a16:creationId xmlns:a16="http://schemas.microsoft.com/office/drawing/2014/main" id="{C2963E2F-A297-3142-82FD-1337EF43F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060" y="2844920"/>
            <a:ext cx="5132250" cy="256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2597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0740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107375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ទិន្នន័យដែលអាចផ្លាស់ប្តូរ បាននៅក្នុង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behavior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ផ្លាស់ប្តូរ →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Render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ម្តងទៀត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Re-render)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useState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</a:t>
            </a: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B926D-E610-9941-BB26-EF4F7A11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65" y="2833010"/>
            <a:ext cx="5111931" cy="3273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51986-2794-4448-87AE-A087F25BD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827" y="4593410"/>
            <a:ext cx="2049653" cy="15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1867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C3732-F759-6248-98DE-FFF98CBC3BAC}"/>
              </a:ext>
            </a:extLst>
          </p:cNvPr>
          <p:cNvSpPr/>
          <p:nvPr/>
        </p:nvSpPr>
        <p:spPr>
          <a:xfrm>
            <a:off x="5074069" y="2061169"/>
            <a:ext cx="23920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D83D9-C47A-C84F-95AA-D7218E1698A9}"/>
              </a:ext>
            </a:extLst>
          </p:cNvPr>
          <p:cNvSpPr txBox="1"/>
          <p:nvPr/>
        </p:nvSpPr>
        <p:spPr>
          <a:xfrm>
            <a:off x="1265273" y="3162124"/>
            <a:ext cx="104943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</a:t>
            </a:r>
            <a:endParaRPr lang="en-US" sz="2400" dirty="0">
              <a:solidFill>
                <a:schemeClr val="bg1"/>
              </a:solidFill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https://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www.youtube.com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watch?v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=SqcY0GlETPk</a:t>
            </a:r>
          </a:p>
        </p:txBody>
      </p:sp>
    </p:spTree>
    <p:extLst>
      <p:ext uri="{BB962C8B-B14F-4D97-AF65-F5344CB8AC3E}">
        <p14:creationId xmlns:p14="http://schemas.microsoft.com/office/powerpoint/2010/main" val="2818962816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Q&amp;A Images – Browse 228,851 Stock Photos, Vectors, and Video | Adobe Stock">
            <a:extLst>
              <a:ext uri="{FF2B5EF4-FFF2-40B4-BE49-F238E27FC236}">
                <a16:creationId xmlns:a16="http://schemas.microsoft.com/office/drawing/2014/main" id="{11FE7E59-125F-6C4B-B8BF-31BD6CEBA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56" y="1647884"/>
            <a:ext cx="5086074" cy="356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00839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12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4275</TotalTime>
  <Words>379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Geist Mono</vt:lpstr>
      <vt:lpstr>Aptos Black</vt:lpstr>
      <vt:lpstr>Arial</vt:lpstr>
      <vt:lpstr>Calibri</vt:lpstr>
      <vt:lpstr>Khmer OS Siemreap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36</cp:revision>
  <dcterms:created xsi:type="dcterms:W3CDTF">2025-10-06T13:45:52Z</dcterms:created>
  <dcterms:modified xsi:type="dcterms:W3CDTF">2026-03-16T14:14:32Z</dcterms:modified>
</cp:coreProperties>
</file>